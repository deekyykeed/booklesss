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7" r:id="rId1"/>
  </p:sldMasterIdLst>
  <p:sldIdLst>
    <p:sldId id="256" r:id="rId2"/>
    <p:sldId id="31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99" r:id="rId16"/>
    <p:sldId id="269" r:id="rId17"/>
    <p:sldId id="270" r:id="rId18"/>
    <p:sldId id="307" r:id="rId19"/>
    <p:sldId id="271" r:id="rId20"/>
    <p:sldId id="272" r:id="rId21"/>
    <p:sldId id="273" r:id="rId22"/>
    <p:sldId id="308" r:id="rId23"/>
    <p:sldId id="274" r:id="rId24"/>
    <p:sldId id="275" r:id="rId25"/>
    <p:sldId id="310" r:id="rId26"/>
    <p:sldId id="309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311" r:id="rId5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 autoAdjust="0"/>
    <p:restoredTop sz="94675" autoAdjust="0"/>
  </p:normalViewPr>
  <p:slideViewPr>
    <p:cSldViewPr snapToGrid="0" snapToObjects="1">
      <p:cViewPr varScale="1">
        <p:scale>
          <a:sx n="65" d="100"/>
          <a:sy n="65" d="100"/>
        </p:scale>
        <p:origin x="153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3-02-18T16:19:29.8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13228 16254 50 0,'0'0'154'15,"0"0"-53"-15,0 0-27 0,0 0 16 0,0 0-3 16,-6 0-13-16,6 0-8 0,0 0-4 0,0 0 1 16,0 0 4-16,0 0 5 0,0-3 8 0,0 3 6 15,0 0 6-15,0 0 6 0,0 0 7 0,0 0 5 16,0 0 1-16,0 0-3 0,0 0 0 0,0 0-3 16,0 0-3-16,0 0-4 0,0 0-3 0,0 0-3 15,0 0 0-15,0 0-6 0,0 0-3 0,0 0-3 16,0 0 0-16,0 0 1 0,0 0 6 0,0 0 5 15,0 0 5-15,0 0 10 0,0 0 11 0,0-4 6 16,0 4 1-16,0 0 0 0,0 0-7 0,0 0-8 16,0 0-12-16,0 0-9 0,0 0-15 15,-6 0-12-15,6 0-8 0,0 0-11 0,0 0-6 16,0 0-4-16,0 4-4 0,0-4-5 0,-6 0-1 16,6 0-5-16,0 0-2 0,0 0-2 0,0 0 0 15,0 0-3-15,0 0-1 0,0 3-1 0,0-3-1 16,0 4-1-16,0 0 0 0,-8 0-2 0,8 6-3 15,0-3 2-15,0 5-2 0,8-1-2 0,-8 3-1 16,0 1 1-16,6 4-1 0,-6-1 1 0,6 4-1 16,0 0-2-16,-6 0 0 0,7 3 2 0,0 5 1 15,-1-5-1-15,1 5 0 0,-7-5 0 0,6-3 0 16,1 4 1-16,-7-8 0 0,7 1 0 0,-7-2 0 16,6-2 0-16,-6-3 2 0,0-2 0 15,0-3 2-15,6-3 3 0,-6 0 4 0,0 0 0 0,0-4 2 16,0 0 0-16,-6 0 0 0,6-8 0 0,-6 4-2 15,6-6-2-15,-7 3-5 0,0-5-3 0,1-3 0 16,-1 5 1-16,1-5 0 0,-1 1 0 16,0-5 0-16,1 4 1 0,0 1 0 0,0-5-2 15,-2 4-1-15,2-2-2 0,0-2 1 0,-2 1 0 16,3-1 0-16,5 5-3 0,-7-4 1 0,7 2 1 16,-8 2 0-16,8 3 2 0,0 0-2 0,0 1-1 15,0 2-1-15,0 1 3 0,0 0 0 0,0 3 1 16,0 4 5-16,0-3-3 0,0-1 0 0,0 4-2 15,0 0 0-15,8 0 0 0,-8 0 0 0,7 0 0 16,-2 4-6-16,3-1 5 0,-2 4 1 0,0 0 0 16,8 5 0-16,-8-2 0 0,7 1-1 15,0 0-4-15,0 1-3 0,-6-2-1 0,6 5-4 0,-2-4-4 16,4 1-1-16,-2-2-2 0,-7 1 0 0,8 0-1 16,-8-4 0-16,7 0 1 0,-6 1 3 15,5-4-3-15,-5 3 0 0,6-3-3 0,-6-4-1 16,-1 4 2-16,0-4 0 0,0 0 0 0,8 0 1 15,-8-4 0-15,2-4 3 0,-2 1 4 0,0-1 0 16,1-2 1-16,-7-1 1 0,6-4 0 0,1-4-2 16,-7 1 3-16,6-1 1 0,-6-2-2 0,7-1-3 15,-7 0-1-15,6 0-3 0,-6-4-1 0,6 4 0 16,-6 0 0-16,0 4 0 0,0 0 3 16,0 0 6-16,8 4 1 0,-8 2 4 0,0 1 2 0,0 3 2 15,0-3 1-15,0 7 2 0,0 2 0 0,0-3-1 16,0 5-2-16,0-3 0 0,0 3 2 15,6 3 1-15,-6 2-2 0,6-3 0 0,1 10 0 16,-7-1 1-16,13 3 2 0,-8 5 0 0,9 0-1 16,-7 2-1-16,6-3 2 15,1 4-1-15,-8 4 2 0,6-4-3 0,-5-3 0 0,6 3 0 0,-6-1 1 16,-1 2 0-16,8-5-1 0,-8 3-1 0,7-5-2 16,-6 2-14-16,-1-4-33 0,0-3-39 0,1 0-46 15,-1-3-48-15,1 3-47 0,0-4-49 0,-7 0-48 16,6 1-28-16,0-5-7 0,1 1 0 0,0-4-3 15,-1 0-27-15,0-4-13 0,1 1 7 0</inkml:trace>
  <inkml:trace contextRef="#ctx0" brushRef="#br0" timeOffset="226.29">13828 16214 258 0,'0'-11'210'0,"0"4"-22"0,-6 0-29 0,6-1-26 16,0 4-19-16,0 4-10 0,0-3 0 0,6 6 4 15,0 1 3-15,1 6 1 0,0 2 1 0,6 7-2 16,-1-1-3-16,2 8 4 0,6-5-5 0,-1 9-12 16,7-1-14-16,-6 4-13 0,-1 4-12 0,7-4-8 15,-6 4-8-15,-2 0-25 0,9-1-29 0,-7 0-38 16,-8-2-38-16,8-2-41 0,-6 1-36 16,-1-8-34-16,-7 1-26 0,0-4-18 0,1-3-11 0,-7-5 1 15,0-3-11-15,-7 1-18 0,1-9-16 0</inkml:trace>
  <inkml:trace contextRef="#ctx0" brushRef="#br0" timeOffset="509.07">13861 16452 101 0,'-7'-25'146'0,"1"0"-19"0,-1 2-5 16,7-2-17-16,0 2-13 0,0-2-5 0,0 6-1 15,0-2 1-15,7 2 3 0,6 5-1 0,-7-1-3 16,8 5-2-16,-2 1-6 0,2 1-2 0,5 2 0 15,0 2 2-15,0 4 1 0,1 4 3 16,0 0-3-16,6 3-4 0,-7 0-5 0,1 1-6 16,-7 6-7-16,7-2-10 0,-8 2-12 0,2 1-12 15,-1 0-5-15,-6 2-4 0,-1 2-1 0,1-1-1 16,-7 1-1-16,-7-1 0 0,7 4 0 0,-6-4-1 16,-1 1 0-16,-6 2-3 0,7-3 1 0,-8 1-2 15,1 3-3-15,0-8-1 0,0 5-11 0,-1-4-15 16,2-5-28-16,6-2-34 0,-8-1-41 0,8-3-41 15,0-4-43-15,-1 0-53 0,1-7-77 0,6-1-55 16,-7-3-35-16</inkml:trace>
  <inkml:trace contextRef="#ctx0" brushRef="#br0" timeOffset="1324.87">14440 16218 1 0,'0'0'291'0,"0"0"-82"0,0 0-30 0,0 4-33 0,0-1-30 15,6 5-16-15,-6-1-6 0,8 4 0 16,5 0 1-16,-7 3 1 0,8 8-1 0,4-3-5 16,-4 3-8-16,4 4-11 0,2-1-10 0,1 1-12 15,-9-1-8-15,8 4-8 0,-1 1-7 0,-5-5-6 16,5 2-6-16,-6-2-3 0,-1 0-5 0,-4-3-2 15,-1-2-1-15,-1-3 0 0,-6 2 1 0,0-5-1 16,0 1-2-16,0-5 1 0,-6 2 0 0,-1-1 0 16,-1-8 0-16,-4 5-2 0,5-8 2 15,-12 4-2-15,6-4 1 0,0-4 0 0,-6 0-1 0,5-3 0 16,-6-4 0-16,7-1 1 0,-7 2 0 0,8-5 0 0,0-4 1 16,-2 2 0-16,2-5 0 0,-2 3 1 15,1-7 0-15,7 4-2 0,-2-3 1 0,2-1 1 16,0-3-2-16,6 3-1 0,-7 1 0 0,14-1 0 15,-7 1 0-15,6-1 0 0,-6 4-1 0,6 0 1 16,2 0-1-16,5 3 1 0,-7 1 0 16,8 4-1-16,-2-2 1 0,-6 2 0 0,8 3 1 0,4-1-1 15,-3 6 1-15,-3-2 0 0,2 8-1 16,-2-3 3-16,8 3 2 0,-7 3 2 0,0 5 3 16,0-2 5-16,0 6 1 0,0-1 3 0,-1 3 3 15,-4 2 1-15,5 2-2 0,-7 1-1 0,0 2-4 16,-6 1-3-16,8 0-3 0,-8 0-3 0,0 0-2 15,0 0-1-15,0-1-3 0,0 2 1 0,-8 0-1 16,2-6 2-16,0 2 3 0,0-1 6 0,-1-3 7 16,-1 3 8-16,-4-7 8 0,5 0 7 0,1-4 6 15,-7 0-1-15,7-2-2 0,-1-2-6 0,0-3-8 16,1-3-9-16,0 3-7 0,-1-5-7 0,1-2-4 16,-1 0-4-16,0-4 0 0,1 0 0 15,6-1 0-15,0-2 0 0,-6 3-1 0,6 5 0 16,6-6 1-16,-6 5 0 0,6-1 0 0,1 1 0 15,0-1 1-15,6 6 2 0,-1 2 8 0,2 2 7 16,5 3 8-16,6 2 7 0,-4 4 2 0,5 0 1 16,0 3-1-16,0-3-1 0,0 3-5 0,6-2-18 15,-6 3-38-15,1-5-46 0,-1 1-50 0,0-3-55 16,0-1-53-16,-7 0-57 0,1-2-77 0,0 2-86 16,-1-7-47-16,-6 3-7 0</inkml:trace>
  <inkml:trace contextRef="#ctx0" brushRef="#br0" timeOffset="1734.09">15418 16533 237 0,'-8'0'418'0,"8"4"-111"16,-5-4-49-16,5 0-73 0,0 3-50 0,5-3-29 15,-5 0-14-15,8 0-4 0,5 0-3 0,0 0-6 0,7 0-7 16,-8 0-13-16,8-3-11 0,5 3-10 16,-5-4-10-16,7 0-12 0,-1 0-7 0,-6 4-5 15,6-2 0-15,0-3-2 0,-7 5 0 0,7-3-2 16,-6-1-1-16,-1 4-2 0,1-3-6 0,0-1-17 16,-1 0-21-16,-6 4-27 0,6-4-29 0,-5-3-30 15,-2 4-33-15,2-2-31 0,-1-2-28 0,-7 3-26 16,0-3-37-16,1 4-40 0,0-5-14 0</inkml:trace>
  <inkml:trace contextRef="#ctx0" brushRef="#br0" timeOffset="1971.58">15691 16335 70 0,'-12'0'469'0,"5"-4"-50"0,-6 4-69 15,0 0-62-15,7 0-44 0,6 0-21 0,-7 0-11 16,0 0-2-16,7 0 9 0,0 4 11 0,7 4 0 16,-7-2-14-16,7 10-25 15,-1 2-22-15,7 3-23 0,0 2-19 0,-6 2-28 0,5 4-32 0,2 5-25 16,-1-1-21-16,0 0-10 0,0-1-38 16,0-1-64-16,-6-2-75 0,5 0-80 0,-5-4-82 0,0 1-78 15,-1 0-98-15,0-1-108 0,-6-3-54 0,0 0 12 16</inkml:trace>
  <inkml:trace contextRef="#ctx0" brushRef="#br0" timeOffset="3682.8">16571 16387 91 0,'-6'-4'222'0,"6"0"-47"15,0 4-20-15,0 0-44 0,0 0-26 0,-7 0-16 16,7 0-10-16,0 0-5 0,0 8-8 0,7-1-5 16,-7 1-4-16,6 2-5 0,1 5-5 0,0-4-6 15,5 3-7-15,-5 1-2 0,6-1-5 0,-7 1-3 16,1 4-1-16,6-9-3 0,-6 5 0 0,5-3 0 15,-4-2 0-15,-8 1 0 0,6-3 0 16,-6-1 0-16,0 0 0 0,0 0 0 0,0-2 1 16,0 1 0-16,-6-2-1 0,-2-4 0 0,1 4-1 15,-5-4 0-15,-1-4 0 0,6 0-1 0,-12-2 0 16,6-2 1-16,0-3 0 0,0 0 0 0,-8-4 1 16,9-3 0-16,0-1 2 0,-2 2-1 0,-5-5 3 15,5-1 0-15,2-2 4 0,-2-1 3 0,2 1-1 16,5-1 2-16,-7-4-3 0,8 5 3 0,0-5-1 15,-1 5-1-15,7 2-3 0,0-2-4 16,0 3 1-16,0 1-2 0,7 2 2 0,-1-3-3 16,0 7-1-16,1-2 1 0,7 2 0 0,-2-1 1 15,-4 5 0-15,10 4-1 0,-4 0-1 0,-1 3 2 16,-1 4-1-16,1 0 0 0,6 7-2 0,-5 0 1 16,-1 5 0-16,1 3 0 0,5 4 0 0,-6 2 0 15,0 1 0-15,0 3 0 0,-6 5 3 0,5-1-2 16,-4 1-1-16,-2-1 0 0,-6 0 0 0,6 0 0 15,-6 1 0-15,-6-1 0 0,6-3 1 0,-6-1 5 16,-2 1 2-16,1-4 7 0,2-3 8 0,-2-2 8 16,-6 2 8-16,6-4 9 0,-5-5 8 15,5 2 7-15,-6-5 6 0,7-4 2 0,-1 1-3 16,0 0-5-16,1-4-6 0,-1 0-8 0,1-4-9 16,-2 4-12-16,8 0-8 0,-6-4-8 0,6 1-5 15,0-1-3-15,0 4-2 0,0-3-2 0,0-1 0 16,6 0 1-16,2 0 0 0,-2 1 1 0,1 3-1 15,-1 0 0-15,8 0 1 0,-2 0 1 0,2 3-2 16,5 1 0-16,-6 0-3 0,6-4-12 0,1 4-20 16,0-1-25-16,-1 1-29 0,1-4-31 0,0 3-32 15,-1-3-32-15,1-3-30 0,-8 3-33 0,8-4-53 16,-7 4-40-16,7-3-28 0</inkml:trace>
  <inkml:trace contextRef="#ctx0" brushRef="#br0" timeOffset="3893.12">16923 16349 340 0,'-6'-6'337'16,"0"-2"-56"-16,-2 2-54 0,1 1-29 0,2 1-5 15,-2 1 1-15,7 3 3 0,-8-5-1 0,8 5-11 16,0 0-19-16,0 0-21 0,0 5-20 0,8 2-26 16,-1 4-25-16,-2 3-21 0,10 2-16 0,-9 2-11 15,7 1-3-15,0-5-5 0,0 3-16 16,-1 2-23-16,2-1-32 0,-1-2-39 0,-1 2-40 15,2-4-40-15,-1 5-43 0,0-2-45 0,0-2-40 0,-6 0-38 16,6 0-58-16,0-4-36 0,-7-4-19 16</inkml:trace>
  <inkml:trace contextRef="#ctx0" brushRef="#br0" timeOffset="4235.62">17262 16298 227 0,'-6'0'296'0,"-2"0"-51"16,2 0-29-16,0 4-43 0,-2-4-21 0,3 4-14 15,-1 2-8-15,-1-1-10 0,0 2-15 0,1 0-15 16,6 1-14-16,-6-1-14 0,6 5-17 0,0-5-15 16,0 3-12-16,0 2-7 0,6-2-5 0,-6-3-4 15,6 5-2-15,1-5-1 0,0 3 0 0,4-2 1 16,-3 0-1-16,-2-5 0 0,0 5 0 0,8-5 1 15,-14 4-2-15,5-3 11 0,-5-4 22 0,9 5 32 16,-9-5 42-16,0 2 39 0,0-2 40 0,-9 5 25 16,4-2 19-16,-1 1-1 0,-2-1-16 0,-4 1-29 15,-1 0-40-15,0 0-39 0,0-1-40 0,0-3-25 16,0 4-17-16,-7-1-14 0,6-3-26 0,3 0-39 16,-3 0-50-16,8 0-57 0,-7-3-55 15,6-4-63-15,1-1-54 0,6 1-49 0,0 0-36 16,0-5-45-16,0 1-38 0,6 0-13 0,1-3 13 15</inkml:trace>
  <inkml:trace contextRef="#ctx0" brushRef="#br0" timeOffset="4417.07">17386 16240 71 0,'0'11'454'15,"0"4"-71"-15,0 0-72 0,6 2-80 0,-6 5-59 16,0 1-35-16,0-1-23 0,7 0-19 15,0-1-16-15,-1 2-18 0,0-5-14 0,8 3-25 16,-8-5-35-16,7-2-38 0,0 1-40 0,0-1-41 16,7-6-38-16,-9 3-40 0,4-5-59 0,-2 2-84 15,0-4-41-15,6-1-25 0</inkml:trace>
  <inkml:trace contextRef="#ctx0" brushRef="#br0" timeOffset="4643.78">17640 16343 220 0,'-13'-8'359'0,"0"4"-76"0,-7 4-38 0,8 0-42 16,-8 0-15-16,7 0-7 0,0 4 3 0,0 0 6 15,-2 0 3-15,4-1-8 0,3 5-13 0,8-1-20 16,-6 4-18-16,12 4-21 0,-6 0-17 0,8 2-19 16,-2 2-22-16,14-1-16 0,-7 5-11 0,0-6-7 15,12 2-12-15,-5-5-4 0,7 5-14 0,-8-5-27 16,7-3-34-16,0 0-37 0,0-4-38 0,-6 1-44 15,6-5-41-15,0 2-42 0,-7-5-32 0,7-5-19 16,-6 2-28-16,-1-1-52 0,1-3-18 0,-7-4-11 16</inkml:trace>
  <inkml:trace contextRef="#ctx0" brushRef="#br0" timeOffset="5681.12">18292 16247 26 0,'-7'-7'312'0,"7"4"-71"15,-6-1-18-15,6-1-19 0,-8 5-27 0,2 0-13 16,6 0-6-16,0 5-4 0,0-1-2 0,0 6-4 15,0 1-13-15,0 7-17 0,6 4-14 0,-6 0-14 16,8 4-15-16,-2 0-12 0,1-1-10 0,5 1-11 16,-5 0-11-16,0-1-5 0,5 1-6 15,-4-3-6-15,4-2-5 0,-5-3-3 0,-2 1-7 16,3-5-1-16,-2-2 1 0,0-2 0 0,1-3 0 16,-1 1 0-16,-6-4 0 0,0-4-1 0,8 0 2 15,-8-4 2-15,-8-4-2 0,8-3 0 0,-6-3 0 16,-1-1 0-16,1-3 0 0,0 0 1 0,-2-1 2 15,-4-2-2-15,6 2 1 0,-8-3-1 0,8 0 2 16,-7 0-2-16,0 3 1 0,7-2-2 0,-1 3 1 16,-7 2 0-16,8 2 0 0,0-1-2 0,6 7 0 15,-7-2 1-15,1 3 0 0,6 3 0 0,0 0-1 16,0 0 1-16,0 4-3 0,0 0 3 0,6 0-1 16,1 8 1-16,-1-1-1 0,8 1 1 15,-8 3 0-15,7 1 0 0,0 2 0 0,6-3-2 16,-5 3 2-16,-1 1 0 0,6-1-1 0,-6 1-1 15,7 0-1-15,-7-4 1 0,0 0-3 16,-7 0-2-16,7-4-2 0,-6-4-4 0,-7 1 1 16,7-4 2-16,-1-4-2 0,-6 1 4 0,0-8 1 15,0-4 2-15,-6-3 4 0,-1-1 5 0,7-2 4 16,-7-4 5-16,1 2 6 0,-1-2 9 0,1-2 12 16,0 2 18-16,-1 4 14 0,7-2 14 0,-7 5 14 15,7-1 9-15,-6 8 4 0,6 0 2 0,0 1-3 16,0 6-12-16,0-4-9 0,0 8 6 0,6 0-1 15,1 8-7-15,6-1-8 0,0 7-8 0,7 1-9 16,-1 4-2-16,6-1-10 0,2 1-38 0,-1-1-62 16,7-3-78-16,6 2-84 0,0-5-83 0,-6-1-78 15,6-5-77-15,-1 6-105 0,2-7-84 0,-2 1-29 16,2-2 31-16</inkml:trace>
  <inkml:trace contextRef="#ctx0" brushRef="#br0" timeOffset="7196.96">19085 16251 228 0,'-25'0'452'16,"6"3"-84"-16,-7 1-42 0,0 0-65 0,0 0-34 15,7 3-4-15,-1-4 7 0,0 4 9 0,1-3 3 16,-2 4-8-16,8-5-23 0,-5 5-27 0,11-2-35 16,-6-1-36-16,6 2-35 0,-5 0-28 0,12 1-19 15,-8-4-16-15,8 2-6 0,-6 3-5 16,6-2 0-16,6 3-4 0,-6-2 0 0,8-1-2 15,-8 5-3-15,12-10-1 0,-12 6-2 0,13-1-6 16,-6 1-7-16,-7-4-11 0,13-2-7 0,-8 3-7 16,2-2-1-16,1 1-6 0,-8-4-1 15,5 0 2-15,2 0 5 0,0 0 10 0,-7 0 9 0,7-4 6 16,-1 1 4-16,-6-4 7 0,0 3 4 0,7-4 3 16,-7 1 4-16,0-3 0 0,6 2 0 0,-6-3 2 15,0 0-1-15,6 0 0 0,-6-1 2 0,0 2-3 16,7 2 0-16,-7 1-1 0,0 0-1 0,7 0-1 15,-7 3 0-15,6 0 0 0,0 0 0 0,-6 4-1 16,8 0 2-16,4 0-1 0,-5 4 1 0,-1 4 0 16,7 2 2-16,-6-1-1 0,5 1 1 15,2 5 0-15,-1-4 0 0,-6 3 1 0,6-3-1 16,-7 3 0-16,7-2 1 0,-6-1-1 0,4-5 0 16,-3 2 0-16,-1 0-1 0,-2-5 1 0,3 1-1 15,-8 0 1-15,0-4 0 0,6 3 1 0,-6 1 0 16,0-4-1-16,0 0 0 0,7 0 0 0,-7 0 0 15,0-4 0-15,-7 1 0 0,7-5-1 0,0 1 1 16,-6-5 0-16,6 6 1 0,0-2 0 0,0 1 1 16,0-1-2-16,0 1 0 0,-8 0-1 0,8 0 1 15,0-1-1-15,0 5-1 0,0-1 2 16,0 1-1-16,8-1 0 0,-8 1-1 0,6-1 1 16,-6 4 0-16,7-5 1 0,-1 5 0 0,1 0 1 15,-1 0-1-15,0 0 1 0,2 0 1 0,-2 0 0 16,7 0-1-16,-7 0 0 0,1 0 1 0,-1 0-2 15,1 5 1-15,-1-5-1 0,-1 0 0 0,-5 0 0 16,9 4 0-16,-9-4-2 0,6 0-1 0,-6 0 3 16,0 0 0-16,0 0 0 0,5 0 1 15,-5 0-1-15,0 0-1 0,0 0-3 0,0 0-13 16,0 0-20-16,0 0-29 0,0 0-31 0,0 0-32 16,0-4-26-16,0 4-19 0,0-5-13 0,0 5-1 15,0-3 9-15,8 0 14 0,-8-1 21 0,7 0 19 16,-1 0 16-16,0 2 13 0,1-3 10 0,-1 5 9 15,8-4 9-15,-8 1 7 0,8-2 7 0,-8 5 10 16,5 0 8-16,-3-2 8 0,4-2 6 0,2 4 4 16,-8-4 4-16,8 0 4 0,-2 1 4 0,2 3 4 15,-1-4 1-15,0 0 0 0,0 4 1 0,-7-4 1 16,8 4 0-16,-3-2 2 0,-3-3 3 0,-1 5 7 16,6 0 7-16,-13 0 10 0,6 0 11 0,0 0 17 15,-6 0 16-15,0 0 18 0,8 0 19 16,-8 0 15-16,0 0 8 0,0 0 2 0,-8 0 1 15,8 0-8-15,-6 0-7 0,0 0-8 0,-1 5-11 16,1-3-7-16,-1 2-4 0,-1-4-4 0,-3 4-10 16,2 0-5-16,4-1-8 0,-1 1-12 0,6 0-11 15,-6 0-14-15,6-2-12 0,0 3-8 0,0-2-5 16,0 6-1-16,0-3-1 0,6 2-1 0,-6-2 0 16,6 3-2-16,-6 1 1 0,5 1 0 0,10 4 0 15,-10-1 0-15,10 5-1 0,-2-1 1 0,-1 0-1 16,-4 5 2-16,4-1-1 0,-6-1 0 15,8 4 1-15,-8-2 9 0,1-1 24 0,-7 0 37 16,6 1 38-16,-6-6 31 0,-6 2 22 0,6-1 17 16,-7 0 12-16,1-3-1 0,-1-4-19 0,-6 0-34 15,7-1-36-15,-8-2-27 0,2-5-24 0,5 2-15 0,-6-2-12 16,5-6-10-16,-3 3-4 0,-3-8-5 0,8-3-2 16,0 0-4-16,-1-4-5 0,7-3-9 0,-7-4-15 15,7 1-22-15,7-2-29 0,-7-3-34 0,7-3-35 16,-1 0-32-16,0 3-23 0,-1-3-15 15,10 4-5-15,-2-1 9 0,-6-1 22 0,6 6 32 16,-1-1 34-16,2 4 38 0,-8 0 25 0,7 3 21 16,0 0 19-16,-6 3 14 0,6 2 6 0,-6-1 2 15,5 3 2-15,-6 1-4 0,2 7 3 16,4-3 3-16,-5 3 1 0,-1 0 0 0,1 3 1 0,0 4 2 16,-7 1 1-16,6-1-1 0,0 5 0 0,1-2-1 15,0 1 1-15,-1 1-2 0,0-1 0 16,1 3 0-16,0-3-1 0,-1 0 0 0,-6 1 0 0,7-2 0 15,-1-3 0-15,-6 5 0 0,6-5 0 16,1-4-1-16,-7 5 0 0,0-5 0 0,7 1 0 16,-7 0-1-16,0-4 1 0,6 3-1 15,-6-3-1-15,6 0 1 0,-6 0 0 0,0-3-1 0,8 3 1 16,-8-8-1-16,6 5-1 0,-6-1 3 0,6-3-1 16,-6 0 1-16,0-1 0 0,7 1-1 0,-7-1 2 15,6 2-2-15,-6-6 0 0,7 5 3 0,-7-1-4 16,6 1 1-16,-6 0 0 0,7 0 2 0,-1 2-1 15,-6-1 1-15,6 2 0 0,2 0-3 0,-2 0 5 16,0 4-1-16,1-2-1 0,0 2 0 16,-1 0 0-16,0 0 0 0,7 0 0 0,-6 2-3 0,0-2 3 15,5 4-1-15,-4 0-1 0,-2-4 0 16,0 4 1-16,7-4 0 0,-13 3 1 0,13-3 1 16,-13 0-1-16,7 0-1 0,-1 0 0 0,-6 0-2 15,6 0 0-15,1-3 1 0,-7-1-1 16,7-4 1-16,-1 1 0 0,0-5 1 0,-6 2 1 15,8 3 0-15,-2-5 0 0,-6 2 1 0,6 3 0 16,1-5-1-16,-1 5-1 0,1 0 1 0,0 4-2 16,-1 3 2-16,0 0 0 0,1 0-1 0,6 3 0 15,-7 4-5-15,1 0-17 0,6 5-33 0,-7-5-48 16,7 1-56-16,-6-2-64 0,0 2-108 0,-1-1-90 16,7 1-60-16,-6-1-17 0</inkml:trace>
  <inkml:trace contextRef="#ctx0" brushRef="#br0" timeOffset="9247.58">14108 17336 53 0,'-6'-5'212'0,"6"2"-27"0,0-1-1 0,-7 0-18 15,7 0-10-15,-6 2-2 0,-1-3 3 0,0 2 8 16,1-1 7-16,0 1 7 0,-14-5 211 15,14 4-169-15,-8 4 12 0,2-3 10 0,-1 3 4 16,-7 0-5-16,6 0-12 0,-5 3-19 0,0 1-24 16,0 0-30-16,-1 0-29 15,0 3-27-15,1 1-24 0,5-2-17 0,-5 5-9 0,0 1-8 0,5-2-9 0,1 2-5 16,1-1-6-16,-2 0-4 0,8 0-3 0,0-1-2 16,-8 2-3-16,8-5-3 0,6 3-3 15,-7-2-4-15,7 3-2 0,0-1-1 0,7 2 0 0,-7-4-3 16,6 3 0-16,1-5-2 0,0 3-1 0,-1-2-4 15,7-4-2-15,-6 1-3 0,-1-1-1 16,7 1-2-16,0-4-4 0,-6 0-3 0,5 0-4 0,-5-4-1 16,6 4-1-16,-7-3-1 0,8-4 0 0,-1 0 1 15,-1-5 4-15,-4 1 4 0,4 3 5 0,2-2 4 16,-2-5 1-16,-5 4 4 0,6-4 0 0,-7 5 4 16,1-5 0-16,-1 1 2 0,0 2 2 0,2 1 3 15,-2-4 0-15,-6 7 1 0,0 2 4 0,6-5-4 0,-6 7 1 16,0-4 2-16,0 6 0 0,0-3 0 15,0 2 3-15,0 3 0 0,0 0 1 0,0-4 7 16,7 4 2-16,-7 0 2 0,0 4 3 0,7-4 8 0,-7 8 2 16,13-2 2-16,-7 10-1 0,7-2-3 0,-6 4-2 15,5 5-4-15,2-2-5 0,5 2-7 0,-6-2-4 16,0 4-6-16,1-3-1 0,-2 1-1 0,2-5 0 16,-1 0-4-16,-7-3-11 0,7 0-22 0,-7-1-42 15,7-3-56-15,-7 1-62 0,2-2-60 0,-2-2-61 16,1-1-56-16,-1-3-44 0,-6-1-31 0,7 1-17 15,-7 0-28-15,6-1-11 0,1-3 7 0</inkml:trace>
  <inkml:trace contextRef="#ctx0" brushRef="#br0" timeOffset="9422.41">14369 17466 414 0,'6'-2'463'0,"-6"-6"-49"0,0 4 1 0,0 4-18 15,0-3-12-15,0 3-18 0,0 0-24 0,0 0-30 16,0 0-36-16,0 0-40 0,0 3-50 0,0 1-57 15,7-4-49-15,-7 4-38 0,0 0-33 0,0-2-44 0,6-2-66 16,-6 5-69-16,0-2-66 0,7-3-63 16,0 0-60-16,-1 0-54 0,0 0-38 0,2-3-15 15,-3 3 0-15,8-5-18 0,-7 3 11 0,8-2 28 0</inkml:trace>
  <inkml:trace contextRef="#ctx0" brushRef="#br0" timeOffset="9645.98">14858 17244 282 0,'6'0'414'0,"8"3"-79"0,-8 1-43 0,7 0-44 16,-7 2-26-16,7-1-3 0,-1 2 4 15,-5 4 2-15,7-4-1 0,6 4-1 0,-8-4-8 16,1 4-5-16,7 0-9 0,-6 1-21 0,-3-2-22 0,3 2-25 16,-1 2-21-16,-6-2-20 0,5 5-17 0,-12-2-22 15,8 3-16-15,-8-3-13 0,0 3-7 16,-8 1-10-16,2 0-20 0,0-2-37 0,-7-2-55 0,-1 3-64 15,2-7-69-15,-8 3-71 0,0-2-68 0,1-5-57 16,-7 1-46-16,5-8-55 0,2 3-23 0,-6-6 14 16,5-1 38-16</inkml:trace>
  <inkml:trace contextRef="#ctx0" brushRef="#br0" timeOffset="9811.78">14851 17232 176 0,'7'-17'279'0,"5"-3"-51"0,2 3-13 16,-8 2-31-16,7 1-24 0,7 2-14 0,-8-2-11 15,2 2-12-15,6 2-10 0,-8-1-14 16,1 3-18-16,7 0-18 0,0 1-17 0,-8 1-18 0,8 2-11 16,-7-4-9-16,7 4-9 0,-8 4-23 0,8-3-30 15,-7-1-36-15,1 4-42 0,-3 0-41 0,4 0-48 16,-9 4-84-16,7-4-74 0,-6 3-45 0</inkml:trace>
  <inkml:trace contextRef="#ctx0" brushRef="#br0" timeOffset="10161.16">15835 17408 38 0,'-6'4'512'0,"-1"0"-13"0,0 0-108 0,7-1-71 15,-6-3-85-15,6 4-58 0,0-4-26 0,0 0-7 16,6 0 6-16,1 3 6 0,0-3 2 0,5 0-3 16,2-3-7-16,-2 3-8 0,8 0-17 0,-1-4-22 15,7 1-25-15,-6 3-26 0,7-4-17 0,-9 0-13 0,9-3-9 16,-1 3-3-16,0 1-4 0,-6-4-4 0,6-2-20 15,-7 6-35-15,1-4-44 0,-1 0-42 16,-5-1-45-16,5 4-47 0,-6-4-47 0,0 2-48 0,-6-2-31 16,-1 5-27-16,1-1-56 0,-1 0-31 0,-6 0-15 15</inkml:trace>
  <inkml:trace contextRef="#ctx0" brushRef="#br0" timeOffset="10366.94">16043 17207 63 0,'-12'-4'499'0,"5"0"-31"0,0 4-74 0,1 0-55 0,0-4-51 15,6 4-20-15,0 4-5 0,0 4 0 0,6 0-12 16,-6 1-22-16,6 8-27 0,8 0-34 0,-8 2-37 16,7-1-33-16,0 3-37 0,0 2-27 0,0 3-28 15,-6-4-47-15,6 3-65 0,-7 0-72 0,8-2-78 16,-14 3-81-16,6-4-90 0,0 3-125 0,-6-2-92 15,0 2-19-15,0 0 29 0</inkml:trace>
  <inkml:trace contextRef="#ctx0" brushRef="#br0" timeOffset="15383.12">16761 17195 21 0,'0'0'28'0,"0"0"6"0,0 0 2 0,0 0 6 15,0 0 1-15,0 0 2 0,0 0-1 0,0 0-2 16,0 0-3-16,0 0-6 0,0 0-5 0,0 0-7 16,0 0-5-16,0 0-4 0,0 0-4 0,0 0-3 15,0 0-1-15,0 0-1 0,0 0 0 0,0-2 2 16,0 2 2-16,0 0 5 0,0 0 4 0,0 0 4 0,0 0 7 15,0 0 5-15,0 0 6 0,0 0 4 0,0 0 4 16,0 0 6-16,0 0 4 0,0 0 6 0,0 0 5 16,0 0 6-16,0 0 3 0,0 0 3 0,0 0 1 15,0-5 0-15,0 5-4 0,0 0-7 0,0 0-9 16,0 0-10-16,0-2-7 0,0 2-7 0,0 0-4 16,0 0-5-16,0-5-2 0,0 5 2 0,0 0 4 15,0 0 3-15,0 0 4 0,0 0 2 0,0 0 2 16,0 5 2-16,0-5 2 0,0 2 2 0,0 3 1 15,0 1-2-15,5 2 0 0,-5 0-4 0,7 1-2 16,0 3-5-16,-2 3-7 0,3 0-6 0,-1-1-5 16,-1 1-4-16,0-4-4 0,1 3-4 0,0 2-1 15,-7-2-2-15,6-2 0 0,0-2-2 0,1 0 0 16,-7 2 1-16,7-1-1 0,-7-4 0 0,6 1-1 0,-6-1 0 16,7 1 1-16,-7-2-1 0,0-2 0 0,0 3-3 15,0-3-7-15,0 0-11 0,0-4-17 0,6 4-23 16,-6-4-29-16,0 0-31 0,0 0-38 0,0 0-34 15,0-4-31-15,0 0-32 0,0 0-49 0,0-3-54 16,0-1-34-16</inkml:trace>
  <inkml:trace contextRef="#ctx0" brushRef="#br0" timeOffset="15760.84">16976 17199 45 0,'0'4'388'0,"0"0"-107"0,0 0-49 16,0 3-62-16,0-3-50 0,0 3-34 0,0 5-22 16,6-6-15-16,-6 2-7 0,5 3-2 0,10-4-6 15,-10 4-7-15,2 0-5 0,5 0-5 0,3-1-4 16,4-2 0-16,-6 4-4 0,0-3-2 0,7 3-4 16,0-1-3-16,-1-3-3 0,-6-2-4 0,6 3-6 0,1-2-9 15,0 0-4-15,-1-4-3 0,-7-3-2 0,7 4 0 16,-4-4 1-16,4-4 4 0,-6 1 7 15,6-1 8-15,-5 1 4 0,-3-4 3 0,-2 3 4 0,-3-4 1 16,-1 1 8-16,3 0 14 0,-8 4 17 0,0-6 19 16,-8 1 24-16,8 2 25 0,-5-2 21 0,-10 1 17 15,10 3 15-15,-7-2 13 0,-2 1 13 0,1-2 13 16,0 4 2-16,0-1-7 0,1 0-8 0,-2 0-10 16,0 1-17-16,2 3-26 0,-1 0-28 0,0-4-31 15,6 4-25-15,-5 0-18 0,5 0-14 0,0 4-11 16,1-4-25-16,-7 3-47 0,6 1-68 0,1 0-73 15,-2-4-80-15,3 4-84 0,5-1-100 0,0 1-114 16,-6-1-69-16,12-3-4 0,-6 5 38 0</inkml:trace>
  <inkml:trace contextRef="#ctx0" brushRef="#br0" timeOffset="16163.33">17973 17163 436 0,'-14'3'459'0,"8"1"-118"0,0-4-82 15,6 0-81-15,-8 0-45 0,8 0-28 0,8 0-9 16,-2 0-5-16,0-4-2 0,8 1 0 0,-2-1 0 16,1 1-8-16,7-1-10 0,6-3-14 0,-6 2-14 15,5-1-12-15,1 2-9 0,7-3-8 0,-13 4-5 0,6-6-4 16,0 6-2-16,-7 3-2 0,1-4-7 0,0 1-16 15,-7 3-25-15,-1-4-25 0,-5 4-28 16,6 0-25-16,-7 0-28 0,-6 4-26 0,8-1-26 0,-8 4-16 16,0 2-12-16,-8 1-7 0,2 0-22 0,0 6-36 15,-8 2-24-15</inkml:trace>
  <inkml:trace contextRef="#ctx0" brushRef="#br0" timeOffset="16370.17">18135 17365 137 0,'-6'11'331'0,"-2"-5"-44"16,2-1-44-16,0-1-25 0,6 3-17 0,-6-7-8 15,6 3 1-15,0 1 7 0,0-4 11 0,6 3 6 16,0 1 0-16,0 0 5 0,8 0 7 0,-1-1 0 0,1 4-13 16,4-2-23-16,2 1-29 0,0-2-30 15,6 3-24-15,-7-3-30 0,8 0-28 0,-8 0-19 16,8-2-11-16,-3 3-9 0,-4-2-5 0,1 1-5 0,5-1-2 16,-7 2-3-16,1-5-1 0,-8 3-5 0,8-3-27 15,-8 0-49-15,2 0-66 0,-1 0-74 0,1 0-76 16,-8 0-78-16,7-3-79 0,-7-2-111 0,1 2-63 15,-1-1-20-15,6-4 27 0</inkml:trace>
  <inkml:trace contextRef="#ctx0" brushRef="#br0" timeOffset="17315.88">19321 16947 231 0,'0'-3'329'0,"0"-1"-50"0,0 0-10 0,-6 0-33 16,6 4-19-16,0-3-5 0,0 3 4 0,0 0 14 16,0 0 27-16,6 3 19 0,-6 1 5 0,5 4-6 15,3 2-14-15,-1 1-22 0,-2 4-24 0,3 4-37 16,-2 2-48-16,0 1-44 0,8 1-30 0,-8 6-17 15,0 0-12-15,8 0-9 0,-8 5-6 0,1-5-6 16,-1 0-2-16,1-3-2 0,0-1-7 0,-1-4-18 16,-6-1-35-16,6-3-51 0,-6 2-62 0,5-4-64 15,-5-1-62-15,0-3-58 0,9-3-54 0,-9 2-35 16,0-3-16-16,6 1-16 0,-6-1-25 0,0-3 7 0,5-4 15 16</inkml:trace>
  <inkml:trace contextRef="#ctx0" brushRef="#br0" timeOffset="17790.74">19907 17082 89 0,'8'-3'314'0,"-8"-4"-57"0,0 0-6 0,0 3-20 16,0-4-12-16,0 4-9 0,-8 0 2 0,2 1 10 15,0 3 11-15,-1-4 11 0,0 4 10 0,1 0 1 0,-7 0-9 16,0 0-10-16,0 4-16 0,-1-4-25 0,-5 3-28 15,6 5-30-15,-6-4-31 0,-1 4-28 0,0-1-20 16,8 3-18-16,-8-2-12 0,7 3-7 0,0-4-5 16,0 5-5-16,0-6-5 0,6 5-3 0,1-3-1 15,-1-1-2-15,1 0-2 0,6 0-1 0,0 1-1 16,0-1 0-16,6 0-8 0,-6 0-11 0,7 1-13 16,-7 0-12-16,6-1-14 0,1-3-19 0,0-2-16 15,-1 3-11-15,7-2-2 0,-6-3 6 0,-1-3 10 0,7 3 11 16,-6-7 15-16,-1 3 16 0,7-7 17 15,-7 3 15-15,1 2 7 0,0-6 6 0,-1 5 6 16,0-4 0-16,2 0 0 0,-2-1 1 0,0 2 1 0,1 0-1 16,-1-2 4-16,-6 1-1 0,7 4 1 0,-7 3 2 15,6-3 2-15,-6 2 14 0,0 3 15 0,0 2 16 16,7 0 22-16,-7 0 21 0,0 0 16 0,6 2 10 16,0 6 5-16,2 4-9 0,-2 2-12 0,0 1-13 15,8 2-22-15,-8 6-20 0,7 0-17 0,-7 2-11 16,8 0-8-16,-8 0-5 0,0-2-3 0,8 2-4 15,-8-3-2-15,0 0-9 0,1-3-20 0,0 0-38 16,-1-2-66-16,1-2-71 0,-7-1-75 0,6-2-78 16,0-1-77-16,-6-5-67 0,0 2-84 0,0-1-53 15,0-2-7-15,7-2 34 0</inkml:trace>
  <inkml:trace contextRef="#ctx0" brushRef="#br0" timeOffset="17979.93">20148 17270 433 0,'-6'0'680'0,"6"0"20"0,-6 0-85 0,6 3-85 16,0 1-94-16,-7 3-84 15,7 0-73-15,-7-3-56 0,7 3-52 0,-6 0-48 0,6 0-41 0,0 1-33 0,6-4-24 16,-6-1-19-16,0 2-28 0,7-2-45 16,0 1-62-16,-7-4-71 0,6 0-69 0,0-4-65 0,8-4-59 15,-8 1-50-15,7-1-37 0,1-2-27 0,-8-1-36 16,13-4 10-16,-6 1 22 0</inkml:trace>
  <inkml:trace contextRef="#ctx0" brushRef="#br0" timeOffset="18177.71">20513 17072 105 0,'14'0'286'0,"-8"7"-66"0,1-4-20 0,6 5-39 16,0-1-28-16,-1 4-17 0,1-4-7 0,-6 1 1 15,13 3 2-15,-14-5 2 0,7 6-2 0,1-5-4 16,-2 4-8-16,2 0-8 0,-8 1-10 0,7-2-12 15,-8 2-11-15,3-3-14 0,-1 8-13 0,-7-7-12 16,5 0-9-16,-5 6-12 0,0-6-15 0,-5 2-23 16,5-2-26-16,-7-3-32 0,-1 1-38 0,-4-1-40 15,6 1-44-15,-7-4-48 0,0-2-66 0,-7 3-53 16,7-5-18-16</inkml:trace>
  <inkml:trace contextRef="#ctx0" brushRef="#br0" timeOffset="18334.5">20572 17057 141 0,'0'-19'215'0,"6"5"-35"16,2-5-9-16,-3 4-27 0,2 1-23 0,0-1-18 16,6 1-10-16,-7 3-9 0,7-1-12 0,-6 3-9 15,6 1-15-15,-7 0-16 0,8 4-13 0,-8 1-8 16,0-1-12-16,6 0-21 0,-4 4-29 0,-1 0-31 16,-2 0-39-16,2 0-49 0,1 0-83 0,-2 0-68 15,0 0-42-15</inkml:trace>
  <inkml:trace contextRef="#ctx0" brushRef="#br0" timeOffset="18642.91">20942 16899 138 0,'0'4'394'0,"0"0"-104"0,0 4-41 16,9-2-63-16,-9 2-50 0,6-1-31 0,-6-3-19 0,5 3-9 15,2 0-8-15,0-3-7 0,0 3-9 16,-1-3-13-16,1 0-12 0,-1-1-11 0,8 1-6 15,-8 0-5-15,0-4-1 0,8 0-2 0,-8 0 2 0,7-4 1 16,-7 0 1-16,0 1 4 0,2-5 12 0,-2 4 15 16,-1-3 23-16,3 0 27 0,-8 0 41 15,7 3 43-15,-7-3 49 0,0-1 31 0,-7 2 11 0,7-2 0 16,-8 4-12-16,3-4-22 0,-1 5-36 0,-2-5-40 16,2 5-46-16,-7 0-33 0,1-1-22 0,4-1-16 15,-4 2-10-15,-1 3-6 0,0 0-7 0,0 0-10 16,-1 3-20-16,2 2-42 0,-3-1-66 0,4-1-76 15,-2 0-74-15,-1 1-80 0,8-4-79 0,-8 4-73 16,14-4-88-16,-6 0-42 0,12-4-4 0,-6-3 37 16</inkml:trace>
  <inkml:trace contextRef="#ctx0" brushRef="#br0" timeOffset="18844.77">21237 16346 353 0,'-7'3'476'16,"7"6"-101"-16,7 20 233 0,-7-12-384 16,6 12-20-16,-6 1-1 0,6 7 1 0,-6 7 5 15,8 3-10-15,-8 6-16 0,6 1-23 0,-6 1-28 16,0 3-29-16,0 0-43 0,0 2-64 0,-6-5-82 16,6-1-83-16,0-2-86 0,0-5-81 0,0 2-85 15,6-6-116-15,-6-2-74 0,0-5-12 0,0-3 28 16</inkml:trace>
  <inkml:trace contextRef="#ctx0" brushRef="#br0" timeOffset="19130.07">21433 17401 225 0,'6'0'195'16,"-1"0"-43"-16,9 0-57 0,-7 0-44 0,6 0-23 0,0-3-12 15,6 3-7-15,-5-4 1 0,-1 1 6 16,7 3 11-16,-8-4 12 0,8-1 15 0,-1 2 14 16,-5 0 18-16,4-1 19 0,-4-3 15 0,-1 4 17 0,-7-2 12 15,8 1 20-15,-8 1 35 0,0 3 50 0,1-5 47 16,-7 5 30-16,0-2 5 0,0 2-6 0,-7 2-13 16,7 3-27-16,-6-2-46 0,0 1-62 0,-8 7-66 15,1-3-47-15,7 3-28 0,-8 3-20 0,-4-3-30 16,4 4-53-16,-5-5-104 0,4 5-122 0,-10-3-125 15,6-5-159-15,-7 3-125 0,6 2-70 0,-6-2-30 16,1 2 19-16</inkml:trace>
  <inkml:trace contextRef="#ctx0" brushRef="#br0" timeOffset="33403.92">13932 17793 94 0,'-6'4'395'0,"-1"-4"-111"0,1 3-50 0,0-3-70 0,6 0-56 16,0 0-29-16,6-3-18 0,0-1-9 0,1 1-1 16,6-6 8-16,0-1 6 0,7-1 6 0,-1-7 8 15,7-1 4-15,6-2 7 0,1-5 6 0,7-3-1 16,-1-1-6-16,5-6-7 0,3-1-5 0,-8 1-12 15,7-1-13-15,-1-4-15 0,0 2-15 0,1 1-8 16,0-1-6-16,-1 2-2 0,-5-4-2 0,5 4-2 16,-7 1 1-16,3 3-2 0,-2 0 1 0,-8 1-1 15,3 3 0-15,-2-2 1 0,-6 6-1 0,0-1 0 16,1 4-1-16,-8 1 1 0,0 2-1 0,1 1 1 0,-7 3-1 16,7 4 0-16,-15 0 0 0,2 4 0 0,0 0 0 15,0-1-1-15,-1 4 1 0,1 1 1 16,-7-1-1-16,0 0 0 0,6 4 1 0,-6 0-2 0,0-4-13 15,0 4-13-15,0 4-24 0,-6-4-28 0,6 4-31 16,-7 0-36-16,1-1-42 0,-1 1-42 0,0 0-42 16,0 3-68-16,2-3-61 0,-10-1-38 0</inkml:trace>
  <inkml:trace contextRef="#ctx0" brushRef="#br0" timeOffset="35027.11">12198 17357 128 0,'0'-7'446'0,"-6"-4"-75"16,0 3-11-16,6 1-20 0,-6 3-12 0,6 0 2 15,-7 2 2-15,7-3-2 0,-7 2-12 0,7-1-17 16,0 4-21-16,-6 0-28 0,6-3-39 0,0 3-45 16,0 3-40-16,0-3-29 0,0 7-19 15,0 0-9-15,0 8-8 0,0 4-10 0,0 3-4 0,0 4-8 0,0-1-5 16,6 8-3-16,-6-3-3 0,7 3-6 16,0 4-2-16,-1-6-4 0,-6 6-2 0,6-3-5 0,0-1-2 15,2-1-4-15,-2-3-4 0,0 0-4 16,1-2-17-16,-7-6-21 0,6-2-39 0,2-4-64 15,-2-1-96-15,0-6-94 0,-6-1-89 0,7-3-85 16,-1-1-80-16,1-6-89 0,-7-5-48 16,6-3 8-16,1-7 64 0</inkml:trace>
  <inkml:trace contextRef="#ctx0" brushRef="#br0" timeOffset="35381.28">12421 17365 47 0,'0'7'461'0,"-7"0"-72"0,7 5-68 16,0-2-52-16,-7 9-53 0,7-2-31 0,7 2-18 15,-7 3-10-15,7 0-6 0,-7 4-7 0,6-4-7 0,1 3-12 16,5 1-18-16,-4-4-21 0,4 4-21 16,2-4-17-16,-2 0-13 0,8-5-10 0,-1 6-10 15,1-9-7-15,-1 1-2 0,0-4-6 0,8-3-2 0,-7-1-4 16,6-7-3-16,-1 0-9 0,-5 0-11 0,7-5-5 15,-8-1-6-15,0-2 1 0,1-7-1 0,-7 5 5 16,0-5 1-16,-1 1 10 0,3-1 10 0,-9 0 8 16,0 4 10-16,1-3 17 0,-7-1 25 0,0 1 38 15,0-1 46-15,0 0 32 0,-7 1 20 0,1-5 15 16,-8 9 9-16,2-5-4 0,-3 0-16 0,4 4-31 16,-9 4-39-16,1-4-26 0,-1 3-16 0,7 5-15 15,-14-2-12-15,7 2-12 0,2 3-11 0,-2 0-8 0,-6 0-20 16,-1 3-54-16,2 2-104 0,-2-2-123 15,-5 5-133-15,-1 3-171 0,0-4-131 0,1 4-64 0,0 4-37 16,-7 2 23-16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0-09-26T12:23:40.0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19326 2320 32 0,'6'-15'41'0,"2"2"-7"0,-4-1-3 15,1 2-2-15,0 2-9 0,-3 0-11 0,1 2-23 0,-3 0-26 16,-3 4-25-16</inkml:trace>
  <inkml:trace contextRef="#ctx0" brushRef="#br0" timeOffset="1190.83">12647 4143 14 0,'2'0'7'16,"-2"0"-2"-16,2 3-3 0,-1-3-1 0,-1 0-1 15,2 0 2-15,-1 3-2 0,-1-2 0 0,0-1 1 16,-1 1-1-16,-1 1 0 0,1-1 3 0,-3 1-3 16,1 0 0-16,-1-2 0 0,0 1 1 0,-2 0 0 15,1 2-2-15,1-3 0 0,-3 4 1 0,2-3 0 16,2 1 0-16,-3-1-2 0,3-1 1 0,1 2 0 16,1 0 2-16,-1-2-1 0,2 3-1 0,-1-3-2 15,1 0 3-15,0 0 0 0,0 0-2 0,0 0 2 16,0 0-3-16,0 0 3 0,0 0-2 0,0 0 2 15,0 0 0-15,0 0 3 0,0 0-1 0,0 0-2 16,0 0 2-16,0 0-2 0,0 0 1 16,0 0 3-16,0 0-1 0,0 0-1 0,0 0 2 15,0-3 2-15,0 3-3 0,0 0 3 0,1 0 2 16,-1 0-3-16,0 0 0 0,0 0-2 0,0 0 0 16,0 0-1-16,0 0-1 0,0 0-1 0,0 0-2 15,0 0 2-15,0 0 2 0,0 0-2 0,0 0 0 16,0 0 0-16,0 3 1 0,0-3-1 0,0 0-1 15,0 0 1-15,0-3-2 0,0 3 2 0,0 0 0 16,0 0 0-16,0 0-1 0,0 0 1 0,0 0 3 16,0 0-3-16,0 0 6 0,0 0-2 15,0 0 2-15,0 0 5 0,0 0 1 0,0 0 2 16,0 0 4-16,0 0 1 0,0 0-3 0,0 0 1 0,-1 0-3 16,1-2 0-16,0 0-5 0,0 2-1 0,0 0-2 15,0 0-3-15,0 0 1 0,0 0-1 16,0-1-3-16,0 1 0 0,0-2 0 0,0 1-1 15,0 1-1-15,0 0 2 0,0 0-1 0,0 0 0 16,-2 0 1-16,2 0 0 0,0 0-2 0,-2-1 2 16,2-2 0-16,0 3 0 0,0 0 0 0,0 0-1 15,0 0 1-15,0 0 0 0,0 0 0 16,0 0 1-16,0 0-1 0,0 0-1 0,0-3-1 16,0 3 1-16,0 0-1 0,0 0-1 0,0 0 1 15,0 0 0-15,0 0 0 0,0 0 1 0,0 3-2 16,2-3-2-16,0 0 1 0,-1 0-3 0,1 0 2 15,-1 0-2-15,1 0 1 0,1 0 2 0,0 3 3 16,-2-2 1-16,1-1-1 0,-2 1 1 0,2-1 0 16,-1 0 0-16,-1 2 0 0,1-2 0 15,2 0 0-15,-2 0-1 0,2 0 1 0,-3-2 0 16,4 1 2-16,-3 1-1 0,2-4 1 0,-1 4-1 0,1 0-1 16,-3 0 1-16,4-3-1 0,-2 2 0 15,-2 1 0-15,2-1 0 0,-1-3-1 0,-1 3 1 16,4-1 0-16,-3 2 0 0,-1-1 0 0,3 1 0 15,-3-1-1-15,2-2 0 0,0 3-1 0,-1 0-1 16,-1 0-2-16,2 0-3 0,-1 0 3 0,1 0-3 16,-2 0-4-16,3 0-2 0,-3 0 1 0,0 0-3 15,3 0-1-15,-3 0-4 0,0 0-3 16,0 0-2-16,0 0 0 0</inkml:trace>
  <inkml:trace contextRef="#ctx0" brushRef="#br0" timeOffset="3961.93">11814 4285 12 0,'0'0'9'0,"0"0"-2"16,0 0 0-16,0 0-4 0,0 0-3 0,0 0-2 15,0 1-2-15,0 1 0 0,0-2 4 0,0 0 0 16,0 0-4-16,0 0 4 0,0 0 2 0,0 0 0 16,0 0 2-16,0 0-1 0,0 0-3 0,0 0 1 15,0 0 1-15,0 0-2 0,2 0-1 0,-1 0-1 16,-1 0 0-16,2 0 1 0,0 0 1 15,-1 2 0-15,2-1 0 0,-2-1 0 0,-1 0 0 0,4 0 3 16,-4 0-3-16,2 0-2 0,-1 0 2 16,1 0-1-16,-1 0-2 0,1 0 2 0,3 2 1 15,-4-2 0-15,1 0 1 0,-1 0 2 0,-1 0-2 16,2 0 1-16,-2 0-2 0,0 0 0 0,0 0-2 16,0 0 2-16,0 0 0 0,0 0 2 0,0 0 1 15,0 0 1-15,-2 0-1 0,2 0 0 0,0 0 1 16,0 0 0-16,0 0-3 0,0 0 0 0,0 0-2 15,0-2 0-15,0 2 1 0,-1 0 0 0,-1 0 0 16,1 0 0-16,-4 0 1 0,0-1-1 0,2-1 1 16,-2 2 3-16,1-2-3 0,0 1-1 0,0 1 0 15,-1 0 0-15,3 0 0 0,1 0-3 0,-1 0-2 16,2 0-3-16,2 0 1 0,-2 0-1 0,0 0-1 16,1 1-3-16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0-09-26T12:34:45.6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17457 5950 28 0,'2'-7'41'16,"1"-1"3"-16,-2 1 3 0,3-1 1 0,-3 1 0 15,0 1 2-15,2-1-2 0,-3 0 3 0,1 0 0 16,-1 2 0-16,0 0-4 0,0 1-2 0,0 0-8 16,0-1-3-16,0 1-4 0,0 1-2 0,0 0-1 15,0 1-2-15,0 1 1 0,0-1-1 0,0 2 4 16,-1-1-1-16,1-1 1 0,0 2 0 0,0 0-1 15,0 0 0-15,0 0-1 0,0 0-3 16,0 0-2-16,0-2-5 0,0 1 1 0,0 1-4 0,0-1-4 16,0 0-4-16,0 1 0 0,0 0-4 15,0-2-1-15,0 2-1 0,0 0 0 0,0 0 0 16,0 0 2-16,0 2-1 0,0-2 0 0,0 1-1 16,1-1 0-16,-1 0 0 0,0-1 0 0,0 1 0 15,0 0-1-15,0 0 0 0,0-2-1 0,0 2 1 16,0 0 3-16,0 2-4 0,0-2-12 0,0 0-14 15,0 0-20-15,2 0-30 0,-2 0-35 0,0 0-52 16,-3 1-139-16,-4 0-73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3-02-18T16:39:09.7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1030 2014 316 0,'-6'-11'332'15,"6"0"-76"-15,-6 1-57 0,6 2-40 0,-7 1-9 16,7-1 3-16,0 1 6 0,-6 4 6 0,6-1-1 16,0 1-7-16,0 3-15 0,0-4-16 0,0 4-18 15,0-4-22-15,0 4-15 0,0 4-11 0,6 0 2 16,-6-1 6-16,7 4 13 0,-1 4 20 0,-6 0 20 15,6 3 14-15,-6 5 2 0,8 0-2 0,-2-1-12 16,-6 8-8-16,6-4-15 0,-6 4-21 0,6 6-19 16,-6-2-14-16,8 6-7 0,-8 1-5 15,6 7-5-15,-6 0-6 0,0 7-2 0,5 0-2 16,-5 1-3-16,0 7-2 0,0-1 0 0,0 0-3 16,0 9-3-16,0-2-12 0,0 4 4 0,0-2 3 15,0 7 3-15,0-5 1 0,0 1 1 0,8 3-3 16,-8 0 2-16,6 0 9 0,-6 4-5 0,6 0-3 15,2 0-2-15,-2 3-1 0,-1 1-3 0,3 3 0 16,-1-3 0-16,-1 2-1 0,0-1-1 0,1-1 0 16,6-1 0-16,-6-3-3 0,-1 0 3 15,8-1 3-15,-8-2 0 0,5-1 1 0,-3-3-2 0,-1-4 2 16,-2 4 2-16,9-5 0 0,-14-2-7 16,6 2 3-16,-6 1-2 0,8 1-2 0,-8-1 0 15,0-3 1-15,6-2-1 0,-6-2 2 0,0-4 3 16,0 0-3-16,0-5-1 0,0 2 1 0,0-4-1 15,0 0-1-15,0-9-1 0,6 6 2 0,-6-8-1 16,0-1 2-16,6-3 0 0,-6-8 0 0,0 4 1 16,0-6-1-16,8-2 0 0,-8-2 1 0,6-4-1 15,-6-1 0-15,0 1-2 0,0-3 2 0,0-6-1 16,0 5 1-16,6-3 0 0,-6-4-2 0,0 3 1 16,0 0 0-16,0-4 2 0,0 1-1 15,0 0 0-15,7-4 0 0,-7 0 0 0,0 4 0 16,0-4 0-16,0 0 1 0,0 0-1 0,0 0 0 15,0 0 0-15,0 0 1 0,0 0-3 0,0 0 2 16,0 0 1-16,0 0-3 0,0 0 0 0,0 0-2 16,0 0 2-16,0-4-2 0,6 4 3 0,-6 0 0 15,0 0-1-15,7 0 3 0,-7-4 0 0,7 4 0 16,-1-4 0-16,0 1 1 0,-1 3 1 0,10-4 0 16,-2 1-2-16,0-2 3 0,0 3 1 0,7-6-2 15,0 4 0-15,-1 1 0 0,-1-1-3 0,10 0-2 16,-2 0 2-16,-1 2-3 0,1-3 1 0,7 2 0 15,-1 3 1-15,1-4 0 0,7 1 3 0,-8-1 0 16,7 4-2-16,0-4 1 0,0 4 0 16,7-4-1-16,-8 4 0 0,2 0 0 0,5 0 5 15,-5 0-4-15,-1 4-2 0,6-4 1 0,-5 4 0 16,-2-4 1-16,2 4-2 0,-2-4 1 0,8 3-4 16,-7-3 2-16,7 0 4 0,-7 0 0 0,7-3-2 15,-1-1-1-15,-6 0 3 0,7 0-1 0,-1 1-2 16,-5-4 0-16,-1-2-1 0,0 7 1 0,1-6 0 15,-2 4 0-15,0 1 0 0,-4-1 0 0,-2 0-2 16,1 0 2-16,-2 1 1 0,3 3-1 0,-8 0 5 16,7 3 0-16,-7 1 3 0,0 0-7 0,6 0 6 15,-5-1 0-15,-1 1 1 0,0 0 1 16,0 0-2-16,7-2-4 0,-7-2 0 0,-1 5 7 0,1-5-4 16,7 0-2-16,-7-5-2 0,0 5 1 15,-6-2 1-15,6-2 1 0,0 0-1 0,-6 4-1 16,6-4 1-16,-6 4-3 0,-1-3-3 0,7 3 3 15,-6 0-2-15,-1-4 1 0,0 4 3 0,1 0 0 16,-1 4 4-16,1-4 5 0,0 0 5 0,-1 3 2 16,7-3 1-16,-6 4 1 0,-1-4 1 0,7 0 1 15,-6 0 0-15,6-4 0 0,1 4-2 0,-3-3-2 16,3-1 1-16,-1 0 1 0,0 0 1 0,-6-3-1 16,6 4 1-16,-1-4-1 0,2 3 4 0,-1-4 1 15,0 1 0-15,0-1 1 0,1 1 1 16,-1 0 0-16,-1 0-2 0,1 3-1 0,6-3-5 15,-5 3-4-15,-1 1 0 0,0-1-3 0,1 1-4 16,-1-1-1-16,-1 4 0 0,9-4-2 16,-9 4 2-16,0 0 1 0,8 0-1 0,0-4 1 0,-1 4-1 15,2 0 3-15,5 0 1 0,0 0 0 0,-1 4-1 16,9 0 1-16,-10 0-1 0,10-1 0 0,-8 1 0 16,5 3-3-16,-3 0 1 0,-2 4-2 0,7 1-1 15,-7-2-1-15,0-3 1 0,-7 5-5 16,8-2 1-16,-1 1 2 0,-7 0-5 0,1-3 1 15,-1 3 1-15,7-4-1 0,-6-3-1 0,-1-1 2 16,2 1-3-16,-2-4-5 0,1 0-11 0,-7-4-13 16,-1 1-19-1,1-4-22-15,-6-2-26 0,0-1-46 0,-1 3-59 0,-6-5-63 0,-6 5-54 0,-1-3-54 16,-6-5-53-16,-6 3-51 0,-1 2-67 0,-6-1-72 16,-13 3-17-16,0 1 24 0</inkml:trace>
  <inkml:trace contextRef="#ctx0" brushRef="#br0" timeOffset="1673.53">2054 5631 258 0,'0'-8'278'0,"-7"5"-62"0,7-5-68 0,-6 4-40 0,6-4-16 16,0-1 1-16,-7 1 2 0,7-4-1 0,0 2-2 16,0-1-5-16,7 0-7 0,-7-3-9 15,0 2-12-15,6-2-12 0,1-1-11 0,-1-3-7 16,1 2-3-16,0-1 4 0,-1-2 4 0,0 0-1 15,7 2 0-15,-6-5 0 0,5 0-1 0,-5 0-1 16,7 1-3-16,-8-6-4 0,7 5-3 0,0-4-3 16,0 1-1-16,0-4 0 0,6 0-2 0,-6-1 1 15,0 1 0-15,1-1-1 0,5 1-3 0,-6 0-3 16,6-4-2-16,-5 4-2 0,5-1 0 0,-6 1 0 16,7 0-3-16,-7 0 0 0,7-1 0 0,-8 1 0 15,8 3 0-15,-8 0 0 0,3 1 0 16,3-1-1-16,-4 0 3 0,-1 5-1 0,7-5 0 0,-8 0 0 15,2 4-1-15,5-3 3 0,1-1-1 16,-8-4 0-16,8 4-2 0,0-3 1 0,6 0 0 16,-8 0 2-16,2-1 1 0,7 1 1 0,-1 0 0 15,-7 0 0-15,8-1 2 0,-1-3 3 0,0 4 1 16,0 0 1-16,7 0 0 0,-7 3 0 0,-1-3 0 16,8 2 0-16,0-1-1 0,0-1 0 0,-1 2-1 15,-6 2-2-15,7-1 1 0,-2 1-2 16,3-1 1-16,-2 1-1 0,1-2 1 0,-2 2-1 15,3-1-1-15,-8 1 0 0,7-1 0 0,-1 3 3 16,1-2 2-16,-1 3 5 0,1-3 7 0,-1 3 6 16,1 0 5-16,-1 0 3 0,2 1 1 0,4-2 0 15,-5-3-1-15,6 4-6 0,-1 1-5 0,2-1-8 16,-1 0-6-16,0 0-2 0,7 3-2 16,-7-7-3-16,-1 4-4 0,9 1 1 0,-8-1-2 0,6 0-1 15,1-1 1-15,-6 2 0 0,4-1-1 16,3 0 1-16,-2 0-1 0,1 0-1 0,-1 4 0 15,-7-1 0-15,3 1-1 0,4-1 1 0,-13 8-1 16,7-7-1-16,1 7-2 0,-1-3 3 0,0 3 0 16,0-4-2-16,-6 3 3 0,6 3-1 0,0-7 1 15,0 5-1-15,-1 1 2 0,2-2 1 0,-1 1-1 16,1 0 1-16,-2 0-1 0,1 0-1 0,1 4 0 16,-1 0 1-16,-7-5 0 0,7 6-2 0,-6-2 0 15,7 0 0-15,-8 5-1 0,7-5-1 0,-7 2 2 16,1 2 1-16,-1-4-1 0,1 5 0 0,7-5 1 15,-8 4 0-15,1 1 0 0,5-1 2 0,-5 1-1 16,-1-1 0-16,1 1 0 0,-7 3 1 0,7-4-2 16,-1 4 0-16,-6 0 0 0,0-4 0 15,7 4-2-15,-7-4 2 0,1 4-1 0,-9-3-1 16,8 3 2-16,1-4 0 0,-7 4-2 0,-1-4-1 16,6 4 2-16,-5-3 0 0,1 3 1 0,-9 0 0 15,8 0 1-15,-1 0-2 0,-5 0 3 0,5 0 1 16,-6 0 0-16,-1 0 11 0,9 0 17 0,-9 0 17 15,2 0 16-15,-1 0 21 0,0 0 16 0,-7 0 12 16,6 0 10-16,-5 0-1 0,1 0-5 0,-3 0-9 16,-5 3-6-16,7-3-9 0,-7 4-11 15,7-4-5-15,-7 4-10 0,0-4-5 0,0 3-9 16,0-3-7-16,6 4-8 0,-6-4-10 0,0 0-7 0,0 0-5 16,0 4-4-16,0-4-7 0,0 0-10 15,0 0-30-15,-6 0-63 0,6 4-98 0,-7-4-105 16,-5 3-105-16,-3 4-112 0,-3 0-140 0,-2 1-89 15,-6 3-24-15,-1-1 34 0</inkml:trace>
  <inkml:trace contextRef="#ctx0" brushRef="#br0" timeOffset="2550.75">2047 4865 306 0,'-6'-4'470'15,"-8"-2"-108"-15,8 1-90 0,0-2-45 16,-1 3-25-16,0 1-15 0,1-1-9 0,6 0-10 16,0 4-16-16,0-4-21 0,0 4-21 0,0 4-21 15,6 0-14-15,1 0-12 0,6 3-7 0,0 5-3 16,0-2 1-16,0 5-2 0,7 3 1 0,-1 0-6 16,0 4-10-16,-5-3-13 0,5 2-11 0,1 1-15 15,0-4-38-15,-7 5-44 0,6-5-50 0,-6-3-53 16,1 3-55-16,5-3-54 0,-6-5-50 0,0 6-60 15,-7-6-61-15,8-3-33 0,-2 1-1 0</inkml:trace>
  <inkml:trace contextRef="#ctx0" brushRef="#br0" timeOffset="2747.47">2470 4836 41 0,'-5'-4'463'16,"-10"0"-43"-16,10 4-100 0,-2 0-66 0,-6 4-44 15,6 3-28-15,1 0-14 0,0 4-12 0,-8 0-13 16,8 5-10-16,0-2-24 0,-8 4-22 0,7 0-21 16,1 1-17-16,0-1-17 0,-7 0-16 0,6 0-25 15,1-3-46-15,-8 0-44 0,8-1-54 0,-7-2-60 16,0-1-57-16,0-5-85 0,1 2-104 0,-2-1-60 16,1-3-6-16</inkml:trace>
  <inkml:trace contextRef="#ctx0" brushRef="#br0" timeOffset="2935.48">2041 4978 427 0,'0'-7'520'16,"0"7"-46"-16,0 0-166 0,0 0-102 0,6 0-61 16,1 4-33-16,-1-1-15 0,8 1-5 0,-2 3-4 15,8-3-2-15,-1 7-2 0,1-3-6 0,6 2-26 16,0 2-30-16,0-5-39 0,7 3-53 0,-7 2-70 15,13-1-75-15,-7 0-90 0,7-1-122 16,-6 2-87-16,7-2-42 0</inkml:trace>
  <inkml:trace contextRef="#ctx0" brushRef="#br0" timeOffset="3907.97">6432 2546 338 0,'-7'-4'436'16,"2"4"-101"-16,5-3-75 0,-7-1-54 0,7 4-35 15,0-4-21-15,-8 4-14 0,8 0-5 0,8-4-6 16,-8 4-5-16,0 4 6 0,7-4 5 0,5 4 9 15,-5 3 10-15,6-3 14 0,0 6 5 0,0 2 4 16,7 3 5-16,-7 3-5 0,7 0-16 0,-1 8-19 16,7-4-22-16,-6 3-27 0,-1 1-19 15,0-1-18-15,1 1-19 0,-8-4-13 0,9 4-20 0,-9-8-32 16,8 1-48-16,-7-2-62 0,1-5-64 0,-3-1-62 16,-4-5-58-16,6 3-56 0,-6-6-37 15,0-3-19-15,-1 0 4 0,-6-7 6 0,7 0-2 16,-7-4 0-16,0-5 7 0</inkml:trace>
  <inkml:trace contextRef="#ctx0" brushRef="#br0" timeOffset="4090.85">6757 2568 284 0,'-5'-12'324'0,"-9"2"-67"16,2 3-36-16,5 3-14 0,-6-4-2 0,0 8 2 16,7 4 6-16,-8 4 4 0,7 2 2 15,-5 5-4-15,-1 6-7 0,6 6-18 0,-5 2-18 16,-2 4-21-16,8 7-23 0,-7 1-19 0,6 2-29 15,1 1-26-15,-7 1-39 0,13-1-49 0,-7 0-59 16,1-7-61-16,6 3-61 0,0-8-67 0,-7 1-58 16,7-4-59-16,-7-4-83 0,2 2-66 0,-3-8-14 15,-4-2 23-15</inkml:trace>
  <inkml:trace contextRef="#ctx0" brushRef="#br0" timeOffset="4289.2">6420 2663 88 0,'0'-7'476'0,"5"3"-15"0,-5 8-135 0,7 0-104 16,0 3-69-16,6 0-40 0,0 8-20 0,7 0-10 16,-1-1-5-16,8 5-8 0,-2-6-16 0,8 3-24 15,0-2-40-15,6-6-54 0,-1-1-59 0,1-4-63 16,0-3-82-16,-5 0-101 0,4-3-90 0,-5-4-40 15</inkml:trace>
  <inkml:trace contextRef="#ctx0" brushRef="#br0" timeOffset="4460.83">6829 2433 48 0,'-18'10'486'15,"-9"11"5"-15,0 6-137 0,2 9-144 0,6 8-91 16,-7 7-56-16,0 12-39 0,-1 7-44 0,-5 10-59 16,-1 8-76-16,0 4-136 0,-5 10-97 0,-2 0-52 15</inkml:trace>
  <inkml:trace contextRef="#ctx0" brushRef="#br0" timeOffset="11014.04">6028 6257 159 0,'0'0'187'0,"0"-4"-35"15,6 4-9-15,-6-4-22 0,7 4-17 0,-7-3-13 16,7 3-8-16,-1-4-5 0,1 4-6 0,-1-3-2 15,1 3-7-15,0 0-5 0,-1-5-5 0,7 5-3 16,-6 0 5-16,6 0 2 0,-1 5-2 0,2-5-5 16,-2 3-2-1,2-3-5-15,-2 4-3 0,2-4-7 0,-1 3-14 0,-1-3-12 0,2-3-15 0,6 3-19 16,-7-4-23-16,-1 1-26 0,1-2-27 0,0 3-26 16,1-2-30-16,-8 0-27 0,1 0-32 0,-1 4-52 15,1-3-45-15</inkml:trace>
  <inkml:trace contextRef="#ctx0" brushRef="#br0" timeOffset="19527.16">6576 2560 22 0,'0'0'67'0,"0"0"-9"0,0-4 0 0,0 4 4 15,0 0 3-15,0-2-10 0,6 2-10 0,-6 0-12 16,0 0-6-16,0 0-4 0,0 0-5 0,0 0-3 15,0 0-4-15,0 0-4 0,0 0-3 0,0 0 0 16,0 0-3-16,0 0 0 0,0 0-1 16,0 0 0-16,0 0 0 0,0 0 0 0,0 0 0 15,0 0 0-15,0 0-1 0,0 0 0 0,0 0 1 16,0 0 0-16,0 0 0 0,0 0-2 0,0 0 1 16,0 0-3-16,0 0-4 0,0 0-5 0,-6 0-4 15,6 0-13-15,0 0-12 0,0 0-16 0,0 0-29 16,-7 0-43-16</inkml:trace>
  <inkml:trace contextRef="#ctx0" brushRef="#br0" timeOffset="63193.88">14284 11107 224 0,'-26'-14'212'0,"0"2"-61"16,7-2-52-16,-8-1-26 0,2 5-10 0,-2-5-2 15,-5 0 0-15,5 4-4 0,1-4 0 0,-6 4-2 16,6-4-5-16,-7 5 0 0,7-1-3 0,-7 3-6 16,1 1-6-16,-1 0-4 0,1 0-4 0,6 3 0 15,-7 0 1-15,1 1-3 0,-7 3-2 0,6 3-4 16,1-3 2-16,-1 4 0 0,-6 4-1 0,6-5 0 15,-6 4 0-15,7 4 3 0,-7 0 2 0,6 3 1 16,0 1-3-16,-1 0-1 0,3 3-2 0,5 1-3 16,-7 2-4-16,8 2-2 0,-1 2-4 0,0 1-3 15,-1 3-1-15,0 0-2 0,2 5 1 16,6 2-1-16,-1 0-1 0,0 5-1 0,1 0 0 16,-1-2 0-16,1 5 1 0,6 5 0 0,0-2 7 15,0 0 9-15,6 5 4 0,1-1 4 0,-1 3 1 16,1 2 2-16,6 3-1 0,6-1 1 0,-6 5-8 15,7-5-7-15,-1 9-5 0,7-6-2 0,1 1-2 16,-3 1-1-16,9-1-1 0,0-3-1 0,6-1 0 16,0-2-1-1,1-5-2-15,4-3 2 0,9-5-2 0,6-3 1 0,7-3 2 0,-2-7 1 16,8-8 2-16,6-5 0 0,13-5 1 0,7-9 1 16,6-3 1-16,1-10-1 0,11-9-1 0,2-6-1 15,5-9-3-15,-5-5 0 0,-1-6 1 0,1-2-1 16,-8-8 0-16,0-1 1 0,-5 2 1 0,-7-1 0 15,-14 0 0-15,2 0 1 0,-8 1-3 0,-7-2-1 16,-6 1 1-16,-12 1 1 0,-8-2 0 16,-7 1 1-16,-6 1 1 0,-4-2 0 0,-15 2-1 15,0-5 1-15,-15 4 0 0,-4 0-2 0,-6 0-1 0,-1-4 0 16,-13 4-1-16,-7-3 0 0,-6 3 2 16,-7-1 0-16,-6 6 1 0,-6 2 0 0,-1 4 0 15,-6 7 1-15,-14 4 0 0,1 7 1 0,-6 13-3 16,-8 1-1-16,1 8-1 0,-7 12-10 0,7 2-23 15,-13 13-31-15,6 6-37 0,7 8-36 0,-7 10-33 16,7 9-41-16,6 9-67 0,0 5-105 0,-1 8-44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2T16:02:43.9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365 739 1216,'-21'0'1865,"10"0"-521,0 6-336,0-6 392,1 0-895,10 6-97,-11-6-88,0 0-80,0 0-176,0 0-240,1 0-2417,-12 0 489,22-6-609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3-02-18T16:47:19.3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757 1637 102 0,'0'-7'90'16,"-7"4"-20"-16,7-1-11 0,0 0-4 16,-7-3 6-16,7 3-1 0,-5 0-3 0,5 1-3 0,-7-4-5 15,7 7-5-15,-8-8-3 0,8 5-6 16,0-1-5-16,0-4-4 0,-5 4-5 0,5 1 0 15,0-4-2-15,-6 2 0 0,6 3 0 0,0-2 1 16,0 0 2-16,-7 0-2 0,7 1 1 0,0-1-1 16,0 0 0-16,0 4-2 0,0-4-1 0,0 2-2 15,0-3-3-15,0-2 2 0,0 4 3 0,0-1 4 16,-7-4 1-16,7 5 4 0,0-1 0 0,0-3 1 16,0 0 6-16,0 2 2 0,-6-1 1 0,6-2-2 15,0 2 0-15,0-3-2 0,0 1-2 16,-7 2-2-16,7-2-6 0,0 1-7 0,0-1-2 15,0 6 0-15,0-6-2 0,0 1 0 0,0-1-1 16,0 1 1-16,0 0-2 0,0 0 0 0,0-2-4 16,7 3-2-16,-7 2-1 0,0 0-1 0,0 1 1 15,0-5 2-15,0 8 1 0,0-7 2 16,0 7 0-16,0-5 0 0,0 3 2 0,0-2 4 0,0 1 2 16,0-2 3-16,0 5 2 0,0-3 1 0,0-1 1 15,0 0 1-15,0 4-3 0,0-4 0 16,0 2-6-16,0-3-4 0,0 5-3 0,0-3-1 15,0 3-3-15,0-4 0 0,0 4-1 0,0 0-2 16,0-3 1-16,0 3 0 0,6 0 1 0,-6 0 0 16,0 0-1-16,0 0-1 0,0 0 1 0,0 0 1 15,0 0 5-15,0 0 4 0,0 0 4 0,0 0 5 16,0 0 5-16,0 3 6 0,0-3 5 0,0 0 5 16,0 4-1-16,0-1 0 0,0 2-2 0,0-3-3 15,0 6-3-15,-6-1-3 0,6 1-5 0,0-2-4 16,0 2-4-16,0 4-3 0,0-1-1 15,0 0-3-15,0 0-1 0,0 3-1 0,0-3 0 0,0 3 0 16,0 5 0-16,0-4 1 0,0 3 3 16,0 1 2-16,0-1 1 0,0 0 6 0,0 4 10 15,0-3 6-15,0 2 6 0,0-3 9 0,0 5 6 16,0-1 4-16,0 0 2 0,0 0-4 0,0 0-8 16,0-3-7-16,0 2 0 0,0 1 2 0,0 0 0 15,0 0 1-15,0 0 5 0,0 3 4 0,0-2 3 16,0-1 3-16,0-1-1 0,0 2-9 0,6-2-4 15,-6 1-6-15,0 0-3 0,0 0-2 0,0 0-1 16,7 0-3-16,-7 0-3 0,0 1-2 0,0-3-4 16,0 3-1-16,7 0-3 0,-7-2-2 0,0-3-1 15,0 4-2-15,0-3 3 0,0-1 5 16,6 5 1-16,-6-6 3 0,0 2 1 0,0 3-4 16,5-5 0-16,-5 6-1 0,0-5-2 0,0 4-7 15,0-3 0-15,8 0-5 0,-8 1-3 16,0 3-1-16,0-1-2 0,7 0-1 0,-7-5-1 0,0 6 1 15,0-1 0-15,5 0 1 0,-5 0-1 16,0 0 2-16,0 0 1 0,0 0 0 0,7 0-1 16,-7 4-1-16,0-4 0 0,0-1 2 15,0 5 1-15,0-4-2 0,0-1 0 16,0 6 2-16,0-2 1 0,0-2 0 0,0 2 2 0,0-4-2 0,0 6 0 16,0-6 0-16,0 2-2 0,0 2 0 0,0-3-3 15,0 1 2-15,0-2-2 0,0 5 1 0,0-4-1 16,0 0 0-16,0-3 1 0,0 1 1 0,7 3-1 15,-7-4 0-15,0 2-1 0,0-2-1 0,0-1 0 16,0 3 3-16,7-2-1 0,-7 0 0 0,0-2 0 16,0 6 3-16,0-5 1 0,0 4 0 15,0-3 2-15,0 2 1 0,0-3-1 0,0 5-1 16,0-1 3-16,0-4 0 0,0 4 0 0,0-4 0 16,0 4-1-16,0 1 0 0,0-5-1 0,0 1 3 15,0 2-3-15,0-3-3 0,0 0-2 0,0 5 0 16,0-5 1-16,0 5-3 0,0-6 0 0,0 5 0 15,0-3 1-15,-7 2 0 0,7 1-1 0,0 0 1 16,0 1-2-16,0 2 0 0,0-3 0 0,0 0-1 16,-7 5-1-16,7-6 1 0,0 1 1 0,0 0-1 15,0 0 1-15,7 0-1 0,-7-1 2 16,0 1 1-16,0 0 1 0,0 0-1 0,0-3-2 0,7 3 0 16,-7 0-1-16,0-1 0 0,0-2 0 0,0 3 0 15,0 0 0-15,6 0-2 0,-6 0 2 16,0-4 1-16,0 5 5 0,0-2-3 0,7 2 1 15,-7-2-3-15,0 6 0 0,6-6 3 0,-6 4-3 16,0-3 0-16,6 1-1 0,-6 2 0 0,0-3 0 16,7 0 2-16,-7 0 2 0,0 0-2 0,7 3 0 15,-7-6-1-15,0 4-1 0,6-2 2 0,-6 1-1 16,0-4-1-16,6 5 0 0,-6-1 0 0,0-1 1 16,0 2 1-16,0-6 1 0,8 5 0 0,-8 0-2 15,0 1 0-15,0-1 1 0,6 0 0 0,-6 0-1 16,0-1 0-16,0 1 0 0,0 0-2 0,5 1 1 15,-5-2 0-15,0-2-1 0,8 3 1 16,-8-5 0-16,0 6 0 0,6-5 0 0,-6 0 0 0,0 5 2 16,6-4-1-16,-6-2-1 0,0 5 0 15,0-3-1-15,7-2 1 0,-7-2-1 0,0 4-1 16,7-1-1-16,-7 1 2 0,0-1 1 0,5 4 0 16,-5-4 1-16,7 1 0 0,-7-2 0 0,8 2 1 15,-8-1 1-15,6 1-2 0,-6-5 0 0,6 5 0 16,-6-2-1-16,0-2-1 0,7 0 2 0,-7-1 2 15,0 5-1-15,7-4 1 0,-7-1 0 0,0 5-2 16,0-9-1-16,6 5 0 0,-6 0 0 0,0-1 0 16,0 1 0-16,0-3-2 0,0 2 0 0,0-3 1 15,0 0 1-15,0 1 0 0,0-6 2 16,0 5-3-16,0-3 0 0,0-2 1 0,0-1 1 16,0 2 0-16,0-7-1 0,0 3 0 0,0 1 0 15,0 0 2-15,0 0-1 0,0-4-1 0,0 3 1 16,0-3-1-16,0 4 2 0,0-4-1 0,0 3 0 15,0-3 0-15,0 0 0 0,0 0-1 0,0 0 5 16,0 0-1-16,0 0-2 0,0 0-1 0,0 0-1 16,0 0-2-16,0 0-1 0,0 0 0 0,0 0-4 15,0 0 1-15,6 0 0 0,-6 0 1 0,0 0 2 16,0 0-2-16,0 0 4 0,7 0-1 16,-7 0 4-16,0 0-3 0,6 0 0 0,-6 0 1 0,7 0 1 15,-7 0 1-15,7 0 0 0,-1 0-1 16,-6 0-2-16,5 0 0 0,4 0 1 0,-3 0 0 15,-1 0-1-15,2 0-3 0,7 0 1 0,-8 0 3 16,1 0 0-16,5-3 1 0,-4 3-2 0,-2 0 1 16,0 0 1-16,8-4 1 0,-3 4 0 0,-3 0-1 15,-2 0 0-15,8-3 1 0,-8 3 3 0,7-4-4 16,-6 4 1-16,5 0-2 0,2-4 1 0,-8 0 0 16,7 1-1-16,1 3-1 0,-2-4 1 0,-7 4 0 15,10-3 1-15,-10 3 0 0,9-5 0 16,-8 5 0-16,8 0 1 0,-8 0 0 0,0-2-1 0,8 2-2 15,-8 0-1-15,1 0 2 0,-1 0-2 16,1-4 1-16,0 4 1 0,5 0-2 0,-7 0 2 16,4-4 2-16,-3 4-1 0,-1 0 0 15,10 0-1-15,-9 0-1 0,7 0-1 0,-7-4 2 0,8 4-1 16,-8 0-2-16,8-3 1 0,-2-1-3 0,-5 0 3 16,11 4 2-16,-10-4 0 0,4 2-1 0,2-3 1 15,-1 5 0-15,0-3 0 0,0-1 2 0,0 4 0 16,-6-3-1-16,5 3 0 0,2-4-1 0,-8 4 0 15,7 0-1-15,-6-4 1 0,-1 4 3 0,1 0-3 16,5 0 0-16,-4 0 0 0,4 0 0 0,-5 0 1 16,6 0 0-16,0 0-1 0,-7 0-1 0,8 0 0 15,-2 0 1-15,-6 0 1 0,8 0 2 16,-1 0 0-16,0 0-1 0,0 0-1 0,1 0 0 16,-2 0 1-16,1 0-1 0,7 0 1 0,-8 0-2 15,2 4 0-15,-2-4 0 0,8 0 0 0,-7 0 0 16,1 4 0-16,-2-4 1 0,2 0-1 0,-2 0 0 15,-6 3 3-15,14-3 0 0,-13 0-1 0,6 0 0 16,0 4-2-16,0-4 0 0,0 0 0 0,0 0-1 16,1 3-1-16,-2-3-1 0,-6 0 3 0,8 0 0 15,-2 5 3-15,2-5 0 0,-1 0-1 16,-7 2 2-16,8-2-3 0,-2 0 0 0,-5 4 0 16,6-4 0-16,-1 0-2 0,-5 0 0 0,6 4 1 0,0-4-1 15,1 0 0-15,-8 4 0 0,7-4-2 16,0 0 3-16,0 0 0 0,1 0 2 0,-2 0-2 15,1 0-1-15,0 0 1 0,0 0-2 0,1 0 2 16,-2 0 0-16,2 0 0 0,-2 0 0 0,2 0-1 16,-1 0 1-16,-1 0 0 0,1 0 1 0,0 0-1 15,1 0-2-15,-1 0 0 0,0 0 0 0,-6 0 3 16,5 0 0-16,2 0-1 0,-2 0 1 0,0 0 0 16,3 0 1-16,-3 0 0 0,2 0 1 0,-2 0-3 15,2 0 2-15,-1 0-1 0,-7 0 0 0,8 0 2 16,-8 0-1-16,6 0 5 0,1 0-2 0,-6 0 0 15,6 3-4-15,-6-3 1 0,6 0-1 16,0 0-1-16,0 0 1 0,0 0-3 0,-6 0 1 16,6 0 2-16,6 0 2 0,-7-3 2 0,3 3-1 15,-3 0 2-15,1 0 1 0,0 0-1 16,0 0 1-16,1 0-1 0,-3 0 1 0,4 0 0 16,-3 0-1-16,1 0 0 0,1 0-3 0,-2 0 2 15,2 0 1-15,-1 0-3 0,0 0 0 0,0 0-1 16,7 0-2-16,-9 3 0 0,10-3 3 0,-8 0 0 15,7 0-2-15,-8 0 1 0,8 0 0 0,-7 0-2 16,7 0 1-16,-8 0-1 0,8 0-3 0,-7 4 0 16,0-4-1-16,0 0 3 0,7 0 1 0,-9 0 0 15,4 4-1-15,-2-4 1 0,0 0 2 0,0 0-2 16,-1 0 3-16,2 0-2 0,6 0-1 0,-7 0 1 16,-1 0 0-16,2 0 0 0,5 0-1 0,-6 0 1 15,0 0-2-15,7 0 0 0,-8 0 2 0,2 0-1 16,5 0 0-16,-5 0 0 0,-2-4-1 0,8 4 0 15,-7 0 1-15,0 0 0 0,6 0-3 16,-5 0 1-16,-2-4 0 0,8 4 2 0,0-3 0 16,-7 3 0-16,7-4 0 0,-1 0 0 0,-6 4 0 15,6-4 0-15,1 2 0 0,0-3 0 0,-1 2 2 16,1 3 1-16,0-4-1 0,-8 1-1 0,8 3 1 16,-1-4 1-16,1 0-1 0,0 4 0 0,-1-4-1 15,1 4 0-15,0-3-1 0,-2 3 0 0,2-4 0 16,0 4-1-16,-1-3 0 0,1-1 0 0,6-1 0 15,-7 5 0-15,1-2 1 0,0-2 0 0,-1 0 0 16,7 0-2-16,-6 1 1 0,-2-1 2 0,9 0-1 16,-7 4 1-16,6-4-4 0,-7-3 3 0,1 7 1 15,6-7 0-15,-6 4 0 0,5-1-2 16,-5-4 1-16,6 5 0 0,-6-1 2 0,6 0-2 16,-7-2 1-16,1 1-1 0,-1 2 0 0,1-1 1 15,6 1-1-15,-7-1 3 0,1 0-1 0,0 0 0 16,-1 1-3-16,1-1 1 0,-8 1 0 0,8-1 0 15,0 1 1-15,-7 3-1 0,0-4-1 0,6 4 0 16,-5 0 0-16,5-4 1 0,-6 4 0 0,-1 0-1 16,3-4-1-16,4 4 0 15,-6 0 1-15,0 0 1 0,7-3 1 0,-9 3 0 0,9 0 0 0,-6 0 1 16,6 0-1-16,-8 0-2 0,2 0 0 16,-1 0-1-16,6 0 1 0,-6 0 0 0,1 0 1 15,5 3 0-15,-6-3 0 0,6 0 0 0,-5 4 2 16,6-4 1-16,-8 4-1 0,1-4-2 0,7 4 0 15,0-4 0-15,-8 3 0 0,2-3 0 0,5 4-1 16,-6-4-2-16,6 3 0 0,-5-3 3 0,-3 4 0 16,10-1-1-16,-8-3 2 0,7 4 0 0,-8 0 0 15,2-4 2-15,5 4-1 0,1-4 1 0,-8 0-2 16,2 3 0-16,5-3-2 0,-5 0 0 0,-2 0 2 16,2 4-2-16,5-4 1 0,-6 0 0 0,6 0 0 15,-5 3 0-15,6-3 0 0,-8 0-1 0,8 0 1 16,-1 0-1-16,-5 0-1 0,4 5-1 15,2-5 2-15,-7 0 1 0,7 0 0 0,-7 2 1 16,6-2-1-16,1 0 0 0,-7 0 1 0,7 4 0 0,-8-4-1 16,8 0-1-16,0 0 1 0,-1 0 2 15,-5 0-3-15,4 0 3 0,2 0-2 0,0 0 1 16,-7 0 2-16,7 0-3 0,-1 0-1 0,1 0-2 16,-8 4 3-16,8-4 0 0,0 0-2 0,-1 0 0 15,-5 0 1-15,5 0 3 0,1 0-1 0,-8-4-2 16,8 4-1-16,-6 0 3 0,5 0-1 0,-6 0 1 15,6 0 0-15,-5 0-1 0,5 0-1 0,1 0 2 16,-8 0 0-16,8 0-1 0,0 0-1 0,-1 0 1 16,1-4 0-16,0 4-1 0,-1 0 3 0,-6 0-1 15,6-2 0-15,1 2 2 0,0-5 0 0,-1 5-1 16,-6-3-1-16,6 3 1 0,1-4 0 16,0 4-1-16,-7-3-1 0,7-1-2 0,-9 0 1 15,9 4-2-15,-6-4 1 0,-1 1 0 0,0 3 1 16,7-4 0-16,-8 1 0 0,2 3 3 0,-1-4-2 15,-2 1 3-15,9 3-2 0,-6-4 1 0,-1 4-1 16,0-4 4-16,7 4 6 0,-8 0 2 0,2 0 2 16,-1 0-1-16,-1 0 0 0,2 0 0 15,-1 0 1-15,0 0-2 0,0 0-5 0,0 0 0 16,0 0 1-16,0 0 1 0,0 0 1 0,-8 0 0 16,10 0-2-16,-2 0 3 0,0 0 0 0,-7 4-4 15,1-4-1-15,5 0-1 0,-4 0-2 0,-2 4 2 16,-6-4 0-16,6 0-5 0,-6 0-1 0,7 0 0 15,-7 0-8-15,0 0-17 0,-7-4-31 0,7 4-66 16,-6-4-94-16,-8 0-100 0,2 1-106 0,-8-5-118 16,1 5-154-16,-7-2-77 0,-7 2-18 0,7 3 37 15</inkml:trace>
  <inkml:trace contextRef="#ctx0" brushRef="#br0" timeOffset="3248.72">1539 5692 27 0,'0'0'203'0,"0"0"-67"16,0 0-39-16,0 0-26 0,0 0-16 0,0 0-7 15,0 0-1-15,0 0-2 0,0 0-1 0,0-3-3 16,0 3-1-16,0 0 0 0,6-4 0 0,-6 4 2 16,0-3 6-16,0-1 6 0,0 1 3 0,-6-1 5 15,6 4 2-15,0-4 5 0,0-3 5 16,-7 3-1-16,7 0-5 0,0 1-4 0,-6-4-3 16,6 2-1-16,-6 2-2 0,6 0-5 0,0-1-7 15,-7 0-6-15,7 1-4 0,0-5-5 0,0 1-6 16,0 2-6-16,0-1-5 0,0-2-5 0,0 5-3 15,0-5 0-15,0 4 1 0,0-3 1 0,7 0 1 16,-7 0 0-16,0-1-1 0,6-2 2 0,-6 3-2 16,6-5-2-1,-6 1-2-15,7 0-1 0,-7-1-1 0,6 3 0 0,1-3 1 0,-7 2 1 0,7-2 2 16,-1-3 1-16,0 5 3 0,1-6 7 0,-7 2 4 16,7 3 4-16,-1 0 4 0,1 1 0 15,-1-2 0-15,-6 2-2 0,7 3-3 0,-1-1-3 16,-6-4-5-16,7 5-3 0,-1-3-2 0,-6 1-2 15,6 3-1-15,2-2-1 0,-8-3-1 0,6 4 0 16,0-4-3-16,1 0 0 0,-7 4-1 0,6-5-1 16,1 2 0-16,-1-2 0 0,1 5 1 0,-1-3 0 15,1-2-2-15,0 1 1 0,-1 0 0 0,6 0 0 16,-4 1 1-16,-2-5-1 0,0 3 0 16,1 2-1-16,6-5 1 0,-6 4 2 0,-1-4 0 15,0 4-2-15,8 0 2 0,-8 1 0 0,0-1 2 16,1 0 3-16,0 0 3 0,6 0 2 0,-7 0 6 15,0 3 3-15,1-2 5 0,-7 2 1 0,7-3 7 16,-1 4 0-16,-6-5 0 0,6 6-3 0,2-2-3 16,-2-3-4-16,0 0-2 0,1 4-4 15,-7-4-5-15,6 0-4 0,1-1-2 0,0-2-2 0,5 3 1 16,-6-3-2-16,8 3-1 0,-8-5 0 16,0-2-1-16,8 4-1 0,-1-1 2 0,-7 1-3 15,8-5 0-15,-2 5 1 0,2-5 0 0,-1 5 0 16,-7-4 0-16,8-1 1 0,-2 5-1 0,1-5 0 15,-6 4-2-15,5 1 1 0,2-1-1 0,-1 1 0 16,-7-1 0-16,8 0 4 0,-2 0-2 0,-5 1 0 16,6-1 1-16,-1 4-1 0,-5-4 2 0,6 5-1 15,-6-5 2-15,7 0-4 0,-2 4 3 0,-5-3 3 16,6-1 2-16,0 0 3 0,-1 4 3 0,-4-4 3 16,4 1 1-16,1-1 2 0,-6 1 0 0,5 3-1 15,2-4-3-15,-7 4 1 0,5-3-4 0,2-1 0 16,-8 3-1-16,7 3-3 0,-6-3 0 0,6-3-2 15,-8 5 1-15,2-2-2 0,6 1 0 16,-6 4-1-16,7-4-3 0,-8-1 1 0,7 2-1 0,-7 3 1 16,8-5 2-16,-8 2-1 0,0-2 0 15,8 1 1-15,-8 0 2 0,7 1 2 0,-8-1 0 16,10 0-1-16,-10 0 0 0,10 0 0 0,-9 0-2 16,6 3 0-16,2-2-1 0,-8-1-4 15,7-1 1-15,1 4-2 0,-8-2 1 0,6 3-2 16,-4-5 2-16,4 2-1 0,1 2 0 0,1-3 0 15,-8 0 1-15,7 4 0 0,0-3-1 0,0 2-1 16,0-3 1-16,0 3-1 0,0-2 1 0,-1-2 0 16,3 5-2-16,-3-4 1 0,1 4-1 0,0-4 2 15,0 3-1-15,1-3 0 0,-3 4 0 0,4-4 1 16,-3 0 0-16,1 4 2 0,1-3-2 0,5-2 0 16,-6 1-1-16,0-1 2 0,0 3-2 0,5-3 1 15,-3 1 0-15,4 0-2 0,-6-1 1 0,0 2 0 16,7-1 0-16,-7 0 0 0,5 0-1 0,-4 0 0 15,6-1 1-15,-6 3 0 0,-2-3 0 0,8 1 0 16,-7-3 1-16,7 5-1 0,-8-1 3 16,8-1 0-16,-7 0-1 0,0-3 2 0,0 2-1 15,-1 2 1-15,2 3 1 0,6-5 1 0,-14 1 2 16,7 0 3-16,-1-1 3 0,2 6 8 0,-1-5 5 16,0-1 6-16,0 5 2 0,0-3 2 0,0-2-1 15,1 5-1-15,-2-3-2 0,1 2-10 0,-6 1-5 16,6-1-6-16,0-3-5 0,0 4-3 0,0 0-1 15,0 0-2-15,0-1-2 0,0 0 1 16,0-3 1-16,1 4 0 0,-2 0 1 0,1-4-1 0,0-1-1 16,6 6 1-16,-5-5 1 0,-1 3-2 0,0 2 0 15,0-2-7-15,0 1 3 0,0-1 0 16,-1 1 2-16,2 0 1 0,-1-4 1 0,0 4 1 16,6-1 0-16,-5-4 8 0,-2 5-4 0,8-1-2 15,-7-2-1-15,0 3-1 0,6-1-1 0,-5-3 1 16,-1 4-1-16,7 0-1 0,-8-1-1 0,8 1 2 15,-8-5-1-15,2 6 1 0,6-1 0 16,-1-1 0-16,-5-3 0 0,5 0 0 0,-6 4 2 16,6-4-1-16,1 3-1 0,0-2 0 15,-7 2 0-15,6-3 0 16,-6 4 1-16,7-4-1 0,-7 4 0 0,6-1 0 0,-6-3 2 0,7 3-3 0,0 1 1 16,-8 1 0-16,8-6 0 0,-1 5 0 0,-6-1-1 15,6 2 1-15,2-2 0 0,-9 1 2 0,8-1-1 16,0 1-2-16,-2 0-1 0,-3 0 1 0,4-1 0 15,0 1 0-15,-6-1-2 0,7 1 0 0,-6-1 2 16,4 5-1-16,-5 0 1 0,1-5 1 0,6 5-1 16,-8 3 1-16,2-4 1 0,-2 0-1 0,8 0-2 15,-7 4 2-15,-1-3 0 0,8 3 0 16,-6-5 0-16,-1 5 0 0,6-2 0 0,-6 2-1 16,7-4 1-16,-7 4 0 0,6-3 0 0,0 3 0 15,-5-5 1-15,-1 5 0 0,7-3-1 0,-1 3 1 16,-6-4 1-16,0 4-1 0,7-4 0 0,-7 4-2 15,6 0 1-15,-5-4 0 0,-2 4 0 0,8 0-3 16,-7-2 2-16,-2 2 0 0,4 0 1 0,5 0 1 16,-8 0-1-16,1 0 0 0,1 0 0 0,6 0 3 15,-8 0-1-15,1 0 0 0,-1 0-1 16,2 0 1-16,0 0-1 0,-2 0-1 0,2 0 1 16,-2 0-1-16,1 0 3 0,1 0-4 0,-2 0 2 15,-7 2 1-15,10-2 0 0,-2 0-2 0,0 0 0 16,0 4 0-16,-7-4 0 0,8 4 1 0,-2-4-1 15,2 4 2-15,-1-4-2 0,0 3 2 0,0-3-1 16,-1 5-2-16,8-5 0 0,-7 3-1 0,1-3 0 16,-2 4 1-16,2-4 1 0,-2 0-2 0,2 2 0 15,5-2 3-15,-6 5 1 0,0-2-1 0,1-3 7 16,-2 4-5-16,8-4-1 0,-7 4-1 16,-1-4-1-16,2 4-3 0,-2-4 1 0,2 3 2 15,5-3-6-15,-5 4 4 0,-2-4 0 0,2 4 1 16,-2-1 1-16,2-3 2 0,-8 3-2 0,7 2 0 15,0-2-1-15,-6 1 0 0,5-1 0 0,2 1-2 16,-8 0 2-16,7-1-1 0,-6-3 1 0,6 4 1 16,0 0 0-16,-6-4 0 0,5 4 0 0,1-4 2 15,-6 3-2-15,6-3 0 0,0 4 0 16,-6-4-1-16,5 0 0 0,2 3 1 0,-1-3 0 16,-7 0-1-16,8 0 1 0,-2 0 1 0,-6 4-1 15,1-4-3-15,6 0 2 0,-7 0-1 0,1 3 1 16,7-3-1-16,-8 0 2 0,0 4-1 0,0-4 1 15,8 0 2-15,-8 0-1 0,1 0-2 0,0 4 0 16,6-4 1-16,-8 0 1 0,2 4-1 0,6-4 1 16,-6 0 1-16,-1 0 0 0,8 3 0 0,-8-3-1 15,1 0 0-15,-1 0 0 0,1 4 1 0,-1-4 0 16,1 4 0-16,-1-4 1 0,0 4 5 0,2-4 17 16,4 0 10-16,-5 2 9 0,-2-2 5 0,3 0 7 15,4 0 0-15,-5 4 0 0,0-4-3 0,0 0-12 16,-1 0-8-16,0 0-6 0,1 0-6 0,-7 0-5 15,7 0 2-15,-1 0-1 0,1 4-1 16,-7-4-1-16,6 0-2 0,1 4 0 0,-7-4 1 16,6 0 1-16,-6 0-2 0,7 3 1 0,-2-3 0 15,-5 0 0-15,7 0 3 0,-7 4-3 0,8-4 1 16,-8 0-1-16,5 4 4 0,-5-4 1 0,7 0 1 16,-7 0 0-16,0 0-5 0,7 0 0 0,-7 0-2 15,0 0 1-15,0 0-4 0,0 0-1 0,0 0-1 16,0 0-1-16,0 0 1 0,0 0-2 0,0 0 0 15,0 0-2-15,0 0-4 0,0 0-17 0,0 0-55 16,0-4-108-16,-7 0-127 0,0 1-135 0,-6-1-192 16,1-4-111-16,-8 6-52 0,-6-2-18 15</inkml:trace>
  <inkml:trace contextRef="#ctx0" brushRef="#br0" timeOffset="6049.55">7018 2641 169 0,'0'-4'255'0,"0"1"-49"16,0-1-13-16,0 1-22 0,0-2-19 0,0 2-16 16,0 0-11-16,0-1-5 0,0 0-6 0,0 1-4 15,0-1-1-15,0 0-3 0,0 0 0 0,0 1 0 16,0 3 5-16,0-5 1 0,-6 5 7 0,6-2 7 15,0 2 7-15,0 0 7 0,0 0-2 0,0 0 1 16,0 0-3-16,0 2-7 0,0-2-10 0,-6 5-9 16,6-2-12-16,0 5-14 0,0-1-12 15,0 1-16-15,0 3-10 0,6-1-10 0,-6 5-7 0,0 0-9 16,0-1-7-16,0 5-6 0,6-1-4 0,-6 1 0 16,0-6-2-16,0 6-1 0,0 0 3 0,8-5-2 15,-8 1 0-15,0-1-1 0,0 1 2 16,0 1-2-16,6-7 1 0,-6 3 1 0,0-5-3 15,0 1 1-15,0-1-1 0,0-3 1 16,0 3 1-16,0-4 0 0,0-3 3 0,0 4-4 0,0-4 3 16,0 0 4-16,0 0-2 0,0 0 1 15,0 0 0-15,0 0-2 0,0-4 0 0,0 1 0 16,0-4-1-16,-6-2-2 0,6 3 9 0,-8-1-2 16,8-1 0-16,0-3 1 0,-6 0 0 0,6 0 4 15,-6-4 5-15,6 5 2 0,-8-5-7 0,8 0 1 16,0 4 1-16,-5-7 0 0,5 4 0 0,0-1-4 15,-6 0-4-15,6 1-3 0,0-1-3 0,-8 0 1 16,8 4 1-16,0-4-2 0,0 4 1 0,0 1-2 16,-6-1 0-16,6 3 4 0,0 1 0 0,0 3 2 15,0-3-2-15,0 2 1 0,0 3-1 16,0-2-1-16,0 4 1 0,0-3-4 0,0 3-1 0,0 0-2 16,0-5 0-16,0 5 0 0,0 0 0 15,0 5 2-15,6-5 0 0,-6 3 2 0,8 1 1 16,-8-2 1-16,6 6 2 0,-6 0-2 0,5-1 2 15,3 4-2-15,-8 0 0 0,6 0-3 0,0 4 1 16,-6-1 1-16,8 5-2 0,-8-2 1 0,6 2-1 16,-6-1 1-16,6-3 0 0,1 4 0 0,-7-5 0 15,7 1-3-15,-7-4 2 0,6 3 1 0,0-3-1 16,-6-3 0-16,0-1-2 0,7 0 1 0,-7-3-1 16,0-1 2-16,7 1 0 0,-7 0-1 0,0 0 1 15,0-4 1-15,0 0 0 0,0 0 2 0,0 0-1 16,0-4 0-16,0 0 2 0,-7 0-3 0,7 1-1 15,0-1-1-15,-7-3 1 0,7 0 1 16,-6-1 0-16,0-3 2 0,6 5-3 0,-7-6 3 16,7 1-1-16,-7 0 2 0,1 0-2 0,6 0-1 15,-6-3 0-15,-2 2-3 0,8 2 2 0,-6-5 0 16,0 3 3-16,6 6 1 0,-8-5 0 0,8 3-1 16,0-3 2-16,0 4-1 0,0 0-1 0,0 3-1 15,0 0-3-15,0 1-1 0,0-1 1 0,0 0 0 16,0 1 1-16,0 3-1 0,0-4 0 0,0 4 1 15,0 0 0-15,8-3 0 0,-8 3 0 0,0 3 0 16,6-3-4-16,-6 0 2 0,6 4 1 0,-6 3 0 16,8-3 1-16,-8 3-1 0,6 1 1 0,0-1 0 15,1 0 0-15,0 4-5 0,-1-4-33 16,0 5-64-16,1-6-80 0,0 5-81 0,-7 1-89 16,6-2-85-16,-6 2-123 0,7 2-118 0,-14 5-38 15,7-1 24-15</inkml:trace>
  <inkml:trace contextRef="#ctx0" brushRef="#br0" timeOffset="31031.58">1636 1721 77 0,'0'-2'105'0,"0"2"-42"15,0 0-24-15,-6 0-12 0,6 0-8 0,0 0-4 16,0 0-3-16,0-5-4 0,0 5-2 0,0 0-2 16,0 0-1-16,0 0-1 0,0 0 1 0,0 0-1 15,0 0 0-15,0 0 2 0,0 0 2 0,0 0 2 16,0 0 3-16,0 0 3 0,0 0 5 0,0 0 3 16,0 0 3-16,0 0-1 0,0 0-1 0,0 0-4 15,0 0-1-15,6 0 2 0,-6 0 2 0,0 0 1 16,0 0 1-16,0 0 0 0,0 0 4 0,0 0 6 15,0 0 4-15,0 0 1 0,0 0-2 16,0-4 0-16,0 4 0 0,0 0-1 0,0 0-1 16,0 0-1-16,0 0-2 0,0 0-3 0,0 0-2 15,0 0 1-15,-6-3-2 0,6 3 1 0,0 0-3 16,0 0 0-16,0-4-1 0,0 4 1 0,-6 0-2 16,6 0-2-16,0-3 0 0,0 3 0 0,0 0 1 15,0 0 1-15,0-4-1 0,0 4 0 0,0 0 1 16,0 0-1-16,0-4 2 0,0 4-1 0,0 0 0 15,0 0-3-15,0 0-2 0,0 0-3 0,0-4-2 16,0 4-4-16,0 0-3 0,0 0-2 0,0 0-2 16,0-3-7-16,0 3-18 0,0 0-21 15,0 0-28-15,0 0-27 0,0 0-31 0,-7 0-31 16,7 0-32-16,0 3-44 0,0-3-63 0,-6 4-40 16</inkml:trace>
  <inkml:trace contextRef="#ctx0" brushRef="#br0" timeOffset="32194.86">1466 1802 113 0,'-5'-4'161'0,"5"4"-49"0,0-4-27 0,0 2-14 15,0-2-5-15,0 4-2 0,-7 0-1 0,7-4-6 16,0 4-7-16,0-4-6 0,0 4-5 0,0 0-3 15,0 0-3-15,0 0-2 0,0 0 0 0,0 0-2 16,0 0 0-16,0 0 0 0,0 0-2 0,0 0 0 16,0 0-4-16,0 4 0 0,0-4-1 0,0 0-1 15,0 4-1-15,0-4 1 0,0 0 3 0,0 4 2 16,0-2 2-16,7-2-1 0,-7 4-1 0,0 0 0 16,0 3-2-16,5-3-3 0,-5 0-4 0,0 0-4 15,8 3-2-15,-8 0 0 0,6-4-3 16,-6 5-1-16,6-1 2 0,-6 1 6 0,8-2 4 15,-2 3 2-15,0-2 2 0,1 4-1 0,-7-4 1 16,7 5-1-16,-1-2-1 0,0-3-8 0,1 5-4 16,-1-2-3-16,1-3-3 0,-7 5 0 0,7-5-2 15,-1 3 0-15,0-1 0 0,-6-3 0 0,7 5-1 16,0-3 1-16,-7-1 1 0,6 0-1 0,1 1-1 16,-7-1 1-16,0 1 1 0,6-2 0 0,-6 2-1 15,7-1 0-15,-7 1 0 0,6-1 0 0,-6-3 1 16,0-1 0-16,0 4-1 0,7-3-1 0,-7 1 2 15,0-2-3-15,6 0 1 0,-6 1 1 16,0-4 0-16,0 4 0 0,6-4-1 0,-6 3 0 16,0-3 0-16,0 0 2 0,0 0-2 0,0 3 0 15,0-3-1-15,0 0 0 0,0 0 1 16,0 0-1-16,0 0-2 0,0 0-10 0,0 0-13 16,0 0-19-16,0 0-21 0,0 0-20 0,-6 5-19 15,6-5-17-15,0 0-15 0,-6 4-7 0,6-4-2 16,0 3 2-16,0 2 1 0,-7-3-10 0,7 2-26 15,0-1-48-15</inkml:trace>
  <inkml:trace contextRef="#ctx0" brushRef="#br0" timeOffset="32758.87">1988 2556 187 0,'0'0'171'15,"0"0"-46"-15,0 0-26 0,0 0-16 0,0 0-9 16,0 0-8-16,0 0-9 0,0 0-8 0,0 0-9 16,0 4-9-16,0-4-4 0,0 0-2 15,0 4-5-15,0 0-3 0,7-1 0 0,-1 5-1 0,-6-2 0 16,7 6-3-16,0-1-5 0,-1 0-3 0,7 4-1 15,-6-1-2-15,6 5 0 0,-7 3-1 16,1-1 0-16,6 2-1 0,-1 2-9 0,-5 1-14 16,6 0-14-16,0 3-15 0,1 0-20 0,-2 1-17 15,2-1-24-15,5 4-30 0,-12-1-41 0,11 1-66 16</inkml:trace>
  <inkml:trace contextRef="#ctx0" brushRef="#br0" timeOffset="32994.87">2542 3509 7 0,'7'4'250'0,"-7"0"-91"0,7 3-54 16,-7 0-29-16,0 1-12 0,6-1-10 0,-6 4-4 16,0 0-5-16,6 1-7 0,-6 1-4 0,7 3-5 15,-2-1-5-15,3 2-8 0,-1 2-5 0,5-5-4 16,-4 4-3-16,4-3 0 0,1 3-2 0,0-4-1 15,0 6-1-15,1-3 0 0,4 2 0 0,-5-1-9 16,7 0-14-16,-6 5-16 0,5-5-16 0,-6 5-17 16,7 2-22-16,-7-3-23 0,6 3-44 0,-7 4-58 15</inkml:trace>
  <inkml:trace contextRef="#ctx0" brushRef="#br0" timeOffset="33450.43">3298 4517 18 0,'14'11'122'16,"-3"3"-43"-16,3 1-25 0,-7-5-14 0,6 2-10 15,-1-1-6-15,2-3-4 0,-8 3-3 0,8-4-4 16,-1 0-3-16,-1 0-1 0,-6 5-1 0,8-9 0 16,-1 4-1-16,0 0-4 0,0 1 0 0,0 3-2 15,0-3-1-15,1 2 0 0,-2-3 0 0,1 5 0 16,1-2 0-16,-2-1 0 0,2 0 0 0,-2-1 2 15,2 4-1-15,-8-5-1 0,7 0 0 0,0 0 0 16,0 1 0-16,-7-1 0 0,8-3 0 16,-1 2 0-16,-7-2-1 0,7 0 0 0,0 3 1 15,-7-3 0-15,8 0 0 0,-8 3 0 0,8-3 0 16,-2 3 0-16,1-2 1 0,-6 1 0 0,6 1-1 16,-1 1 0-16,2 0 1 0,-1-1-1 0,0 0-1 15,6 0 0-15,-5 4-5 0,-2-3-1 0,2-2 0 16,5 2 0-16,-6-1 0 0,0 1 1 0,1-1 0 15,-2 0 1-15,8 1 2 0,-7-1 2 16,1 0 1-16,-2 1 0 0,0-1 0 0,2 1-1 0,-1-2 1 16,7-2 1-1,-8 3 0-15,2-2 3 0,-1-2 1 0,0 1 2 0,0 4 4 0,0-6 3 16,0 6 1-16,-1-4 2 0,9 3 0 0,-9-3 3 16,-5 2 0-16,6-1 0 0,1 2-3 0,-2-4-3 15,0 5-1-15,2-1-2 0,-1-3-3 0,1-1-13 16,-2 5-28-16,2-8-48 0,-2 3-97 0,1-3-76 15</inkml:trace>
  <inkml:trace contextRef="#ctx0" brushRef="#br0" timeOffset="33826.51">5651 5249 60 0,'6'5'370'0,"1"1"-134"0,-1-2-102 15,0 0-63-15,1-1-39 0,6-3-33 0,-7 3-33 16,8-3-41-16,-1-3-67 0,-7 3-109 0,7-3-61 15</inkml:trace>
  <inkml:trace contextRef="#ctx0" brushRef="#br0" timeOffset="33979.39">6270 5154 298 0,'0'0'395'0,"0"0"-169"0,5-4-129 16,-5 4-102-16,0-3-95 0,-5-1-143 0,5 4-82 16</inkml:trace>
  <inkml:trace contextRef="#ctx0" brushRef="#br0" timeOffset="36036.55">4934 5133 79 0,'-7'-5'288'0,"7"2"-119"15,0 3-68-15,0-4-42 0,0 0-22 0,0 1-12 16,0 3-5-16,0-7-4 0,7 7-3 0,-7-8-1 16,12 4-5-16,-4 1-2 0,4-1-2 0,-5 1-2 15,13-2-1-15,-8 3 0 0,2-2 0 0,5 0-1 16,1 4-10-16,-1-4-21 0,0 4-27 16,1 0-24-16,6 4-32 0,1-4-51 0,-1 4-78 15</inkml:trace>
  <inkml:trace contextRef="#ctx0" brushRef="#br0" timeOffset="36213.56">5943 5184 130 0,'7'3'220'0,"0"5"-82"0,-1-4-48 16,1 3-25-16,-7-4-15 0,6 1-7 0,-6-1-9 15,7-3-9-15,0 4-5 0,5-4-7 0,-5 0-4 16,6-4-7-16,-1 4-14 0,8-3-22 0,0-4-30 15,-7 2-49-15,7 3-93 0,-1-2-77 0</inkml:trace>
  <inkml:trace contextRef="#ctx0" brushRef="#br0" timeOffset="36379.9">6634 5231 117 0,'7'4'207'0,"-2"3"-86"0,-5-4-49 0,8 1-28 15,-8 1-14-15,0-5-8 0,0 3-3 0,7 0-4 16,-7-3-4-16,5 0-14 0,2 0-34 0,-7 0-62 16,8 0-111-16,-8 0-65 15</inkml:trace>
  <inkml:trace contextRef="#ctx0" brushRef="#br0" timeOffset="37199.5">6954 5080 159 0,'0'-2'131'0,"0"2"-49"0,-7 0-27 0,7 0-17 16,0 0-11-16,0 0-6 0,0 0-4 0,0 0-4 15,7 0-2-15,-7 0 2 0,0 0 3 0,0 2 4 16,7-2 2-16,-7 0 3 0,6 0-1 15,-6 5 1-15,6-5 3 0,-6 3 0 0,6 1-2 16,-6-1-2-16,0-3-2 0,8 4-1 0,-2 0 0 16,-6 0 2-16,5 3-5 0,3-4-4 0,-8 5-2 15,12 0-3-15,-12-2 0 0,14 2-1 0,-8-1-2 16,1 4-1-16,0-4-3 0,-1 0 2 0,0 5-3 16,8-4 0-16,-8-1 0 0,1 3 0 0,-1-2 0 15,0-1-3-15,1 0-12 0,0 0-21 16,-1 2-23-16,-1-3-26 0,4-2-42 0,-9 3-64 15,6-4-85-15</inkml:trace>
  <inkml:trace contextRef="#ctx0" brushRef="#br0" timeOffset="37508.47">7188 5154 136 0,'-6'0'198'0,"-1"0"-69"15,7 0-38-15,-6 0-22 0,-1 0-11 16,7 0-6-16,-6 0-5 0,-2 4 0 0,3 0 0 0,-1-4-4 16,-3 3-1-16,4 2-2 0,-1-3-1 0,-1 5-1 15,0-2-5-15,1 2-4 0,0-3-7 0,-1 7-6 16,1-4-5-16,-8 0-4 0,8 1-2 0,0 2-1 15,-8-3-2-15,8 5-1 0,0-1 1 0,-2-5-1 16,-4 6-1-16,4-1 0 0,3 0-4 0,-1 1-11 16,-2-3-18-16,2 3-20 0,-6 3-28 0,5-5-28 15,0 2-45-15,-6-1-74 0,7 0-73 0</inkml:trace>
  <inkml:trace contextRef="#ctx0" brushRef="#br0" timeOffset="37676.48">7026 5320 217 0,'0'-4'136'0,"6"0"-57"16,0 4-36-16,1-4-20 0,6 4-10 0,0 0-6 16,0 0-2-16,6 0-4 0,-5 0-16 0,6-4-38 15,-1 4-88-15,0-4-89 0</inkml:trace>
  <inkml:trace contextRef="#ctx0" brushRef="#br0" timeOffset="39611.94">1466 1725 14 0,'-5'-4'90'0,"-2"2"-31"16,7-7-12-16,-6 6-7 0,6-4-1 0,-7-1 1 16,7 4 2-16,0-3 3 0,-6 4 4 0,6-2-3 15,0 3-4-15,0-2-3 0,0 4-3 0,0-4-3 16,0 4-7-16,0 0-6 0,0 0-6 16,0 0-6-16,0 0 5 0,6 0 0 0,-6 0 4 15,7 4 2-15,-1-4-1 0,1 4 1 0,-2-2 1 16,3 3 0-16,-2-2-7 0,0 4-5 0,8-3-2 15,-8 4-6-15,8-1-13 0,-8-4-17 0,7 6-17 16,-7-3-15-16,8 2-12 0,-8-1-15 0,0 4-29 16,1-4-56-16,6 4-65 0</inkml:trace>
  <inkml:trace contextRef="#ctx0" brushRef="#br0" timeOffset="39788.64">1480 1719 130 0,'-19'2'170'0,"6"6"-71"0,0-1-43 15,-1 1-23-15,8-1-13 0,-7 0-9 0,6 0-9 16,7 1-12-16,-6-1-15 0,6 1-17 0,0-2-27 16,0 2-44-16,6-1-71 0</inkml:trace>
  <inkml:trace contextRef="#ctx0" brushRef="#br0" timeOffset="56444.7">7103 5297 24 0,'0'0'33'15,"0"0"-1"-15,0 0-5 0,0 0-3 0,0 0-3 16,-6 0-1-16,6 0-1 0,0 0-1 0,0 0-1 16,0 0-2-16,0 0-1 0,0 0-1 15,0 0-2-15,0 0 0 0,0 0-3 0,0 0-2 0,-6 3-1 16,6-3-1-16,0 0-1 0,0 0 1 16,0 0 2-16,0 4 0 0,0-4 0 0,-7 0 1 15,7 0 0-15,0 0-1 0,0 0-1 0,0 0-5 16,0 0-10-16,0 0-20 0,0-4-29 0,0-3-65 15</inkml:trace>
  <inkml:trace contextRef="#ctx0" brushRef="#br0" timeOffset="57179.62">7279 2608 13 0,'0'0'27'0,"0"0"-1"0,0 0 2 15,0 0 2-15,0 0 3 0,0 0 3 16,0 0-1-16,0 4-2 0,0-4-2 0,0 0-4 16,0 0-3-16,0 0-6 0,0 0-7 0,0 0-11 0,0 0-16 15,-6 4-22-15,6-1-33 0,0-3-54 16</inkml:trace>
  <inkml:trace contextRef="#ctx0" brushRef="#br0" timeOffset="80881.47">7038 2740 57 0,'0'0'69'0,"0"0"-8"15,7 0-6-15,-7-3-4 0,0 3-8 0,0 0-8 16,0 0-7-16,0-4-7 0,0 4-7 0,0 0-5 16,0 0-9-16,0 0-11 0,0 0-20 0,0 0-25 15,-7 0-31-15,7 4-39 0</inkml:trace>
  <inkml:trace contextRef="#ctx0" brushRef="#br0" timeOffset="83794.72">1591 5608 57 0,'0'0'89'0,"0"0"-18"0,0 0-11 16,-6 0-13-16,6 0-9 0,0 0-6 0,0 0-3 15,-7 4-3-15,7-4-1 0,0 0-2 0,0 0 1 16,0 0-3-16,0 0-1 0,-7 4-3 16,7-4-4-16,0 0-1 0,0 0-1 0,0 4-2 15,0-4 0-15,0 0 0 0,0 0 1 0,0 3 3 16,0-3 0-16,0 4 1 0,0-4 2 0,-6 4 1 16,6-4 0-16,0 3-1 0,0-3-1 0,0 3-2 15,0-3 0-15,0 0 0 0,0 0-3 0,0 5 0 16,0-5 0-16,0 0 3 0,0 0 4 0,0 4 3 15,0-4 5-15,0 0 3 0,0 0 5 0,0 3 3 16,0-3 0-16,0 0 2 0,0 3-1 0,0-3-2 16,0 0-2-16,6 0-4 0,-6 4-4 15,0-4-5-15,0 0-3 0,0 4-5 0,0-4-3 16,0 0-1-16,0 0 2 0,0 0 1 0,0 0 4 16,0 0 4-16,0 0 4 0,0 0 4 0,0 0 4 15,0 0 2-15,0 0 1 0,0 0 1 0,0 0-1 16,0 0 1-16,0 0-1 0,0 0 0 0,0 0-1 15,0 0-4-15,0 0-1 0,0 0-5 0,0 0-3 16,0 0-1-16,0-4-3 0,0 4-1 0,0 0-1 16,0 0 0-16,0 0 2 0,0 0 3 0,0 0 4 15,0 0 2-15,0 0 6 0,0 0 3 16,0 0 5-16,0 0 1 0,0 0 0 0,0 0-1 16,0 0-1-16,0 0-5 0,0 0-5 0,0 0-4 15,0 0-5-15,0 0-3 0,0-4-1 0,0 4 0 16,0 0 0-16,0 0 2 0,0 0 3 0,0 0 4 15,0 0 7-15,0 0 0 0,0 0-2 0,0 0-2 16,7 0-3-16,-7 0-2 0,0 0-2 0,0 0-3 16,0-3-10-16,0 3 0 0,0 0 0 0,7 0 6 15,-7 0-3-15,0 0-2 0,0 0-2 0,0 0-2 16,0 0 1-16,0 0-1 0,0 0-1 16,0 0-9-16,6 0 0 0,-6 0 3 0,0 0 2 15,0-3 1-15,0 3 1 0,0 0 1 0,7 0 4 16,-7-4 6-16,0 4 8 0,0 0 3 0,0 0 2 15,0-5 0-15,6 5 1 0,-6 0 1 0,0 0-3 16,0-3-6-16,0 3-3 0,0 0-5 0,7 0-3 16,-7-3 0-16,0 3-3 0,0 0-2 0,0 0-1 15,0-4 3-15,6 4 1 0,-6 0 6 16,0-4 5-16,0 4 8 0,0 0 4 0,0 0 5 0,0 0 6 16,0 0 3-16,0 0 1 0,0-3 2 0,0 3 2 15,0 0 1-15,0-4 2 0,7 0 0 16,-7 0-4-16,0 4 0 0,0-3-4 0,0 3-5 15,0 0-10-15,0-5-7 0,0 5-7 0,0 0-4 16,0 0-2-16,6-2-4 0,-6 2-1 0,0 0-2 16,0-4-1-16,0 4-13 0,6 0-23 0,-6 0-30 15,0-3-34-15,0 3-34 0,0 0-34 0,0 0-31 16,0-5-31-16,8 5-20 0,-8 0-10 0,0 0-5 16,0 0-2-16,0 0-5 0,0 0-24 0,0 0-63 15,0 0-34-15</inkml:trace>
  <inkml:trace contextRef="#ctx0" brushRef="#br0" timeOffset="85462.75">1936 5799 24 0,'0'0'108'0,"0"0"-2"0,0 0 2 0,0 0-18 15,0 0-16-15,0 0-12 0,0 0-8 0,0 0-3 16,0 0-1-16,0 0-1 0,0 0 0 0,0 0 1 16,0 0 0-16,0 0 3 0,0 0 1 15,0 0 3-15,0 0 2 0,0 0 4 0,0 0 0 16,0 0 0-16,0 0-4 0,0 0-6 0,0 0-5 16,0 0-7-16,0 0-5 0,0 0-7 15,0 0-2-15,0 0-5 0,0 0-1 0,0 0 0 0,0 0 0 16,0 0 0-16,0 0-1 0,0 0 0 0,0 0-2 15,0 0 1-15,0 0-3 0,0 0 1 0,0 0 1 16,0 0 1-16,0 0 2 0,6 0 5 0,-6 0 5 16,0 0 6-16,0 0 5 0,0 0 5 0,0 0 6 15,0-3 5-15,0 3 3 0,0 0 3 0,8 0 0 16,-8 0 2-16,0 0 1 0,0 0-1 16,0 0 8-16,0 0-4 0,0 0-4 0,0-4-3 15,0 4-3-15,0 0-6 0,0 0-5 0,0-4-5 16,0 4-14-16,0 0 0 0,6 0-1 0,-6 0-3 15,0 0-1-15,0-4-5 0,0 4-1 0,0 0-2 16,0 0-1-16,0 0-4 0,0 0-2 0,0 0-2 16,0 0-1-16,0 0-2 0,0 0 0 0,0 0-3 15,0 0 1-15,0 0 0 0,0 0-2 0,0 0 0 16,0 0-1-16,0 0 0 0,0 0 0 0,0 0 0 16,0 0-1-16,0 0 1 0,0 0 3 0,0 0-1 15,0 0 1-15,0 0 2 0,0 0 6 16,0 0 5-16,0 0 7 0,0 0 5 0,0 0 1 15,0 0 3-15,0 0-3 0,0 0 2 0,0 0-7 16,0 0-5-16,0 0-8 0,0 0-11 0,0 0 0 16,0 0 1-16,0 0 0 0,0 0 2 0,0 0 2 15,0 0 7-15,0 0 11 0,0 0 16 0,0-3 8 16,0 3 4-16,0 0 8 0,0 0-1 0,0 0 0 16,0 0 0-16,0 0-5 0,0-4-5 0,0 4-7 15,0 0-7-15,0 0-4 0,0 0-3 0,0 0-1 16,0 0-6-16,0-4-6 0,0 4-3 0,0-3-3 15,0 0-1-15,0 3-5 0,0-4-1 0,0-1-1 16,0 2 4-16,0 0 1 0,0-1-4 16,6 0 0-16,-6 1 1 0,0-2 1 0,0 2-2 15,0-1 1-15,0 1-4 0,6-2-2 0,-6 3 2 16,0-2 1-16,0 0 0 0,0 4 0 0,8-4 0 16,-8 1 0-16,0 3-3 0,0-4-9 15,0 4-26-15,0-4-43 0,0 4-51 0,0-4-54 16,-8 1-50-16,8 3-52 0,0-4-53 0,0 1-47 15,0-1-30-15,0 4-40 0,0 0-50 0,0 0-17 16,0 0 14-16</inkml:trace>
  <inkml:trace contextRef="#ctx0" brushRef="#br0" timeOffset="85828.18">2256 5561 112 0,'0'-4'217'0,"-6"4"-33"0,6 0-14 15,0-3-24-15,-8 3-23 0,8-4-18 0,0 4-7 16,-6-4-7-16,6 4-1 0,0-4-3 0,0 4-2 15,0-3-6-15,0-1-7 0,0 4-9 0,0-3-7 16,0-1-5-16,0 1-6 0,0-1-5 0,0-1-2 16,0 2-4-16,6-4-4 0,-6 3-3 0,0 1-3 15,8 0-4-15,-8-6-2 0,6 6-5 0,0-4-4 16,-6 3-4-16,7-3-1 0,-1 3-2 0,1-4-1 16,-7 2-1-16,6-1-4 0,1 2-10 0,-1-2-14 15,0-1-22-15,-6 1-27 0,8 0-30 0,-2 0-32 16,-6-1-32-16,6 1-29 0,-6 0-34 15,0-1-47-15,0 1-54 0,7 3-21 0</inkml:trace>
  <inkml:trace contextRef="#ctx0" brushRef="#br0" timeOffset="86101.68">2562 5125 129 0,'0'-4'362'0,"-6"0"-85"0,6 1-39 0,0-4-56 15,0 3-35-15,0 0-28 0,6 0-16 0,-6-3-10 16,0 4-8-16,6-2-11 0,-6 3-10 0,0-2-12 16,7 0-13-16,-7 0-10 0,5-3-9 15,-5 7-5-15,0-4-5 0,8 0-3 0,-8 2-5 16,0 2-10-16,7-5-18 0,-7 2-21 0,5-1-27 15,-5 1-30-15,7-2-30 0,1 2-32 0,-2-1-31 16,-6 4-32-16,6-4-51 0,0 1-51 0,1 0-22 16</inkml:trace>
  <inkml:trace contextRef="#ctx0" brushRef="#br0" timeOffset="86344.59">2907 4872 298 0,'0'-4'284'0,"0"4"-36"0,0 0-28 16,0-3-38-16,0 3-30 0,0-4-24 0,0 4-21 15,0 0-18-15,0 0-18 0,0-4-16 16,0 4-17-16,0 0-12 0,0-2-8 0,6 2-9 16,-6-5-2-16,0 5-3 0,8-4-2 0,-8 1-1 15,6 3-6-15,-6-4-12 0,5 1-19 0,-5-1-25 16,8 0-25-16,-1 0-28 0,-7 1-26 0,5-5-28 15,2 4-22-15,0 2-22 0,-1-2-32 0,1-4-45 16,0 5-19-16</inkml:trace>
  <inkml:trace contextRef="#ctx0" brushRef="#br0" timeOffset="86552.76">3207 4627 159 0,'0'-4'234'0,"0"0"-13"0,0 1 1 0,6 3-22 15,-6-3-18-15,0 3-15 0,0-4-10 0,0 4-7 16,0 0-11-16,0-5-12 0,0 5-17 0,0 0-16 16,0-3-20-16,0 3-17 0,8-3-16 0,-8-2-15 15,0 5-7-15,6-3-9 0,-6-1-3 0,0 0-16 16,6 1-23-16,-6-1-27 0,6 1-34 0,1-4-39 16,0 3-42-16,-1-4-37 0,1-3-39 0,5 5-32 15,-4-2-52-15,4 1-42 0,2-1-11 0</inkml:trace>
  <inkml:trace contextRef="#ctx0" brushRef="#br0" timeOffset="86742.5">3598 4342 194 0,'0'-5'331'0,"0"5"-54"0,0 0-30 0,-6-4-46 15,6 4-31-15,0 0-22 0,0 0-18 0,0-3-18 16,0 3-18-16,0 0-18 0,0-5-22 0,0 5-25 15,6-2-32-15,0-2-34 0,-6 1-36 0,7-2-36 16,0 2-34-16,-1-5-33 0,1 4-30 0,5-3-30 16,-5 4-30-16,0-4-47 0,5-1-25 0</inkml:trace>
  <inkml:trace contextRef="#ctx0" brushRef="#br0" timeOffset="86900.33">3892 4110 73 0,'0'0'242'0,"6"-4"-43"16,-6 4-20-16,0-3-34 0,0 3-29 0,0 0-21 16,6-3-15-16,-6 3-11 0,0-5-13 0,0 5-17 15,6-3-26-15,-6-1-31 0,8 1-30 16,-2-5-30-16,0 5-34 0,1-5-46 0,6 1-67 16,-7 0-64-16,1 2-40 0</inkml:trace>
  <inkml:trace contextRef="#ctx0" brushRef="#br0" timeOffset="87082.58">4210 3883 101 0,'6'-8'343'0,"2"8"-91"0,-8-3-44 0,0-1-55 16,6 0-41-16,-6 0-22 0,0-2-13 16,7 2-8-16,-7 0-6 0,6 1-9 0,0-5-13 15,1 1-14-15,6 0-20 0,1-1-24 0,-2-3-28 16,0 4-28-16,2-4-31 0,-1 1-29 0,1 2-34 15,5-3-38-15,-6 3-54 0,0-2-48 0</inkml:trace>
  <inkml:trace contextRef="#ctx0" brushRef="#br0" timeOffset="87243.77">4666 3649 167 0,'7'0'182'0,"-1"0"-31"0,1 3-35 0,0-3-30 0,-7 0-19 16,5 3-10-16,2 2-7 0,-7-5-6 0,8 3-7 15,-2-3-7-15,0 0-7 0,0 0-12 0,8 0-18 16,-8 0-21-16,7 0-21 0,1-3-23 0,-8-2-27 16,6 2-35-16,1 3-51 0,1-3-63 0</inkml:trace>
  <inkml:trace contextRef="#ctx0" brushRef="#br0" timeOffset="87399.68">5030 3616 68 0,'8'0'196'0,"-8"0"-37"15,7-4-28-15,-2 4-26 0,-5 0-18 16,8 0-9-16,-8 0-6 0,6 0-3 0,1-3-7 16,-1 3-10-16,1 0-9 15,-1-4-10-15,0 4-19 0,8-4-22 0,-1 0-27 0,-7 0-27 0,7 4-31 16,0-4-32-16,1 2-42 0,-8 2-61 0,7-5-49 16</inkml:trace>
  <inkml:trace contextRef="#ctx0" brushRef="#br0" timeOffset="87567.19">5396 3571 286 0,'0'0'253'0,"0"0"-74"0,5 4-50 0,-5-4-29 15,0 0-17-15,0 0-9 0,9 5-7 0,-9-5-7 16,0 0-11-16,6 0-13 0,-6 0-9 16,5 0-17-16,3 0-18 0,-8 0-19 0,7 0-22 15,-1-5-23-15,1 5-23 0,-1 0-25 0,0 0-29 16,8-4-33-16,-8 4-42 0,0 0-45 0</inkml:trace>
  <inkml:trace contextRef="#ctx0" brushRef="#br0" timeOffset="87730.39">5644 3534 265 0,'0'-3'193'0,"7"3"-58"0,-7 0-35 16,6 0-18-16,-6-3-9 0,7 3-4 15,-7 0-6-15,6 0-10 0,-6 0-7 0,6 0-8 16,-6 0-10-16,7 0-9 0,0-4-14 0,-1 4-17 15,0 0-20-15,8-4-23 0,-8 1-24 0,7-1-26 16,-6 4-32-16,6-4-46 0,-7 4-61 0,8-4-38 16</inkml:trace>
  <inkml:trace contextRef="#ctx0" brushRef="#br0" timeOffset="87907">6041 3491 275 0,'0'0'317'0,"7"0"-91"15,-1 0-60-15,-6 4-33 0,7-4-17 0,-7 0-11 16,6 0-10-16,1 0-16 0,-7 0-16 0,7 0-15 16,-1 0-14-16,0 0-13 0,1 0-17 0,0-4-20 15,-1 4-22-15,1 0-27 0,-1 0-27 0,8 0-26 16,-8 0-27-16,0 0-30 0,-6 4-34 16,6-4-48-16,1 3-50 0</inkml:trace>
  <inkml:trace contextRef="#ctx0" brushRef="#br0" timeOffset="88053.43">6348 3531 224 0,'0'3'252'0,"6"-3"-98"0,-6 5-68 16,0-5-39-16,7 0-25 0,-7 0-21 0,0 3-20 16,6-3-24-16,-6 0-28 0,6 0-41 0,-6 4-65 15,8-4-64-15</inkml:trace>
  <inkml:trace contextRef="#ctx0" brushRef="#br0" timeOffset="88217.97">6536 3587 166 0,'0'0'390'0,"7"0"-85"0,-7 0-68 0,7 0-39 16,-7 0-17-16,6 2-6 0,-6-2-8 0,0 0-9 15,0 0-16-15,0 4-21 0,0-4-22 0,0 0-16 16,0 4-19-16,0 0-21 0,0-4-38 0,0 4-61 15,-6 0-77-15,6-1-84 0,-7-3-136 0,0 0-108 16,2 4-58-16,5-4-30 0</inkml:trace>
  <inkml:trace contextRef="#ctx0" brushRef="#br0" timeOffset="90795.53">6998 3524 66 0,'0'0'73'0,"0"0"-2"0,0 0-6 15,0 0-5-15,0 0-5 0,0 0-4 0,0 0-2 16,0 0-2-16,0-4-1 0,0 4 0 0,0 0-3 16,0 0-4-16,0 0-1 0,0 0-3 15,0 0-1-15,0 0-2 0,0 0-1 0,0-3-1 16,0 3 3-16,0 0 1 0,0 0 3 0,0-4 5 0,0 4 5 15,0 0 4-15,0 0 5 0,0-4 5 16,0 4 3-16,0 0 1 0,0 0 1 0,0-4-2 16,0 4-4-16,0 0-3 0,0 0-6 0,0 0-7 15,0 0-6-15,-5 0-6 0,5 0-6 0,0 0-4 16,0 0-2-16,0 0-2 0,0 0 1 0,0 0 1 16,0 0 1-16,0 0 3 0,0 0 2 0,0 0 4 15,0 0 3-15,0 0 0 0,0 0 2 0,0 0 2 16,0 0 0-16,0 0 2 0,0 0-1 0,0 0 2 15,0 0-1-15,0 0 0 0,0 0 2 16,0 0-1-16,0 0-4 0,0 0-1 0,0 0 1 16,0 0-2-16,0 0 0 0,0 0 0 0,0 0 2 15,0 0 3-15,0 0 3 0,0 0 1 0,0 0 2 16,0 0-1-16,0 0-1 0,0 0-3 0,0 0-3 16,0 0-4-16,0 0-4 0,0-3-2 0,0 3-7 15,0 0-5-15,0 0-2 0,0-4-5 0,0 4-1 16,0-3-2-16,0 3-1 0,0-4-2 0,0 1-1 15,5 3 1-15,-5-4-3 0,0 0 1 0,8 0 0 16,-8 1 0-16,6-2-7 0,0 3 2 0,-6-2 3 16,8 1 0-16,-2-1 1 0,0 0 0 0,-6 0 0 15,7 0 0-15,0 0 6 0,-1 1-3 16,0-1-2-16,1 2 1 0,0 2 0 0,-1-5 0 16,1 5-1-16,-1-3 0 0,7 3 0 0,-13 0-1 15,7 0 0-15,-1 0-1 0,-1 0 0 0,4 0 0 16,-3 3 0-16,-6 2-1 0,5-5 1 0,3 2-1 15,-2 2 1-15,1-1-1 0,-7 5 1 0,6-4 0 16,-6 4 1-16,7 1 1 0,-7-1 0 0,6 4 1 16,-6-2-1-1,0 1 2-15,0 0-1 0,0 0 0 0,0 4-1 0,-6-4 1 0,6 3 0 16,0 2-1-16,-7-2 0 0,1-3 0 0,6 3 0 16,-7 1 0-16,1-4 0 0,6 0-1 0,-8 0 0 15,3 0 0-15,-1 0 1 0,-3 0 0 0,4 0 0 16,-1 1 0-16,-1-5 0 0,7 3 2 0,-13-2-1 15,7 3-2-15,-1-3 2 0,1-6 0 0,-1 6 2 16,0-4 0-16,1 3 1 0,0-7 2 0,-1 4 3 16,0-1 6-16,1-3 4 0,0 4 6 0,-2-4 3 15,8 0 5-15,-6 0 4 0,0 0 1 0,-2 0 1 16,8 0 0-16,-5-4-1 0,5 4-5 16,-6 0-4-16,6-3-4 0,0 3-4 0,0 0-7 15,0-4-4-15,0 4-5 0,0-4-2 0,0 1-2 16,0-1-1-16,6 0-2 0,-1 0-1 0,-5 2 0 15,8-2 1-15,-2 0 2 0,0 0-1 0,2 1-1 16,-2-1 0-16,0 0 1 0,1 0 1 0,0 4 0 16,5-4-2-16,-5 0 1 0,0 4 0 0,-1-2 2 15,7 2-1-15,-7 0 0 0,8-4 0 0,-8 4 0 16,8 0 3-16,-8 0-2 0,7 0-1 16,-7 4 0-16,7-4 0 0,-6 0 0 0,5 0 0 15,-4 0 0-15,4 2-2 0,-5-2 0 0,0 0 2 16,4 0-1-16,-11 0 0 0,8 0-2 0,-2 4 0 15,0-4 0-15,2 0 4 0,-2 0 0 0,-6 4 0 16,6-4 0-16,2 0 1 0,-8 4 3 0,6-4 7 16,0 4 4-16,-6 0 2 0,6-4 1 0,1 3 1 15,-7-3 1-15,7 4-1 0,-1-4-1 0,-6 4-11 16,7-4-38-16,-7 0-61 0,0 0-81 0,0 0-96 16,0 0-110-16,-7 0-147 0,1 0-102 0,-8 4-42 15,-4-2-2-15</inkml:trace>
  <inkml:trace contextRef="#ctx0" brushRef="#br0" timeOffset="95599.52">6054 3012 51 0,'0'-5'61'15,"0"2"5"-15,0-1 7 0,0 4-2 0,0-4-5 16,0 0-3-16,-6 1 1 0,6 3 3 0,0-4 6 15,0 1 5-15,0-2 1 0,0 5 1 0,-7-2-2 16,7-2 1-16,0 0 1 0,0 0 5 0,0 4 5 16,-7-3 6-16,7 3 7 0,0-4 8 15,0 4 8-15,0 0 6 0,0-4 2 0,-6 4 2 16,6 0-2-16,0 0-1 0,0 0-3 0,0 0-3 16,0 0-5-16,0 0-5 0,-6 0-4 0,6 0-6 15,0 0-8-15,0 0-9 0,0 0-8 0,0 0-9 16,0 0-13-16,0 0-8 0,0 0-10 0,0 0-8 15,0 0-5-15,0 0-6 0,0 0-6 0,0 0-5 16,0 0 2-16,0 4-2 0,0 0-2 16,0-1-1-16,-6 5 0 0,6-2-1 0,0 6 0 15,0-1 1-15,0 1-1 0,0 1-1 0,-7-1 1 16,7 3 0-16,0 2-2 0,0-2 1 0,0-1-1 16,0 5 1-16,0-1-1 0,0 1 0 0,0-2 1 15,0 6 0-15,0-4 3 0,0-1-1 0,7 0-2 16,-7-4 1-16,0 5-1 0,0-9 0 0,0 7 0 15,6-3 0-15,-6-3-2 0,0-4 0 0,0 4 1 16,0-8 0-16,0 5 2 0,0-4 0 0,0-1 2 16,0 1 10-16,0-1 13 0,0-3 9 0,6 0 11 15,-6 0 10-15,0 0 9 0,0 0 5 0,0 0 2 16,0-3-6-16,0 3-10 0,0-4-9 16,0 4-10-16,0-3-10 0,0 3-9 0,0-4-5 15,0 4-5-15,-6-4-4 0,6 0-6 0,0 1-28 16,0 3-49-16,0-4-58 0,-6-3-63 0,6 4-59 15,-7-5-54-15,7 1-53 0,-7-1-46 0,1 2-23 16,6 1-24-16,-6-2-35 0,-1 2-7 0,0-1 16 16</inkml:trace>
  <inkml:trace contextRef="#ctx0" brushRef="#br0" timeOffset="96479.71">5859 3213 8 0,'0'0'80'0,"0"-4"6"0,0 4 9 0,0 0-1 15,0 0-11-15,0 0-6 0,0 0-5 0,0 0 1 16,0 0 0-16,0 0 2 0,0 0 1 0,0 0 5 16,0 0 3-16,0 0 7 0,0 0 1 0,0 0 6 15,0 0 4-15,0 0 0 0,0 0 0 0,0 0-5 16,0 0-7-16,0 0-10 0,0 0-10 0,0 0-10 16,0 0-9-16,7 0-8 0,-7 0-4 15,0 0-6-15,0 0-1 0,6 0-1 0,-6 0 2 16,6 0 4-16,1 0 3 0,-7 4-3 0,7-4 1 15,-1 0 1-15,1 4 5 0,-1-4 2 0,0 2-1 16,8-2-6-16,-8 5-4 0,0-2-1 0,1 1-3 16,0-1-3-16,6 1-8 0,-7 0-7 0,1 0-3 15,0-1-2-15,-1 1-2 0,0 3 0 0,8-4-2 16,-8 6 0-16,0-6-1 0,7 4 1 0,-6-3-1 16,6-1-2-16,-7 0 1 0,8 6 0 15,-8-6-1-15,0 5-1 0,8-1 0 0,-8 0 0 16,1-3 1-16,-1 4 0 0,0-1 1 0,2-4-2 15,-2 1 0-15,0 3 0 0,0-3 1 0,1 0-1 16,-7-1 0-16,7 1 1 0,-1-1 0 0,-6 1 0 16,6-4 1-16,-6 3 1 0,0 1-1 0,7-4 1 15,-7 0-2-15,0 0 0 0,0 4 1 0,0-4 6 16,0 0 13-16,0 0 16 0,0 0 18 0,0 0 20 16,0 0 17-16,0 0 16 0,0 0 13 0,0-4 3 15,0 4-5-15,0 0-8 0,0 0-15 16,0-4-14-16,0 4-18 0,0 0-13 0,0-3-14 15,0 3-11-15,0 0-7 0,0 0-8 0,0 0-3 16,0-4-5-16,0 4-2 0,0 0-1 0,7-3 3 16,-7-1-1-16,7 4-1 0,-7-3 1 0,6-1-1 15,-6 0-1-15,6 0 1 0,-6 1 0 0,6-1-2 16,-6 1-1-16,8-1 1 0,-8 1 0 0,6-5 2 16,-6 4 0-16,6 1-1 0,-6-5-3 0,7 5 3 15,0-5 2-15,-7 5 0 0,6-6-2 0,1 6-2 16,-2-4 0-16,2 0 1 0,-7 4 1 0,7-2-1 15,-7-2 0-15,6 3 0 0,-6 1 2 16,7-1-1-16,-7-3 1 0,6 3 1 0,-6 0-1 16,0 1-1-16,8-1-1 0,-8 1 0 0,0-2-1 15,0 5 2-15,0-2-1 0,6 2 1 0,-6-4 1 16,0 4 1-16,0 0 2 0,0 0-1 0,0 0-3 16,0 0 1-16,0 0 2 0,0 0-2 0,0 0-1 15,0 0 0-15,0 0-3 0,0 0 4 0,0 0-2 16,-6 0-20-16,6 0-38 0,0 0-52 0,0 0-58 15,-8 0-60-15,2 0-61 0,6 0-67 0,-7 0-55 16,1 0-54-16,-1 4-76 0,0-4-29 0,-5 0 11 16</inkml:trace>
  <inkml:trace contextRef="#ctx0" brushRef="#br0" timeOffset="98198.43">6081 2931 21 0,'0'-4'85'0,"0"0"-4"0,0 0 0 15,0 4 3-15,0-3-13 0,0-1-13 0,0 1-7 16,0-1-4-16,0-1 0 0,0 3 3 0,0-2 2 16,0 0 0-16,0 4 4 0,0-3 2 15,0-1 1-15,0 0 2 0,0 4 0 0,0-4 1 0,0 0-2 16,0 4 0-16,0-3-1 0,0-1-1 0,0 2-4 15,6-3-3-15,-6 5-4 0,0-3-3 0,0-1-4 16,0 4-2-16,0-4-4 0,6 4-2 16,-6-4-4-16,0 4-2 0,0 0-2 0,0 0-3 15,0 0-2-15,0 0-3 0,7 0-1 0,-7 0 2 16,0 0 0-16,7 4 1 0,-7-4 2 0,6 4 2 16,1 0 1-16,-1-1 0 0,-6 2 0 0,6-3-2 15,2 5-1-15,-2 1-1 0,0 0-1 0,-6 3-1 16,6 0 2-16,-6-1-1 0,7 5 1 0,0-1-1 15,-7 1 1-15,6 4-3 0,0 3-3 0,-6-5-2 16,7 6 0-16,-7 0-3 0,7 2-3 16,-7-4-1-16,7 1-2 15,-7 0 2-15,6-3-3 0,0-1 1 0,-6 1 0 0,6-5-2 0,-6 5 0 16,8-9 0-16,-8 6 0 0,6-6 1 0,-6 0-1 16,0-1 0-16,6-1 0 0,-6-2 1 0,0 2 0 15,0-5-1-15,0 1 3 0,0 4 0 0,7-5 0 16,-7-3 4-16,0 4 6 0,0-4 3 0,0 3 5 15,0-3 4-15,0 0 3 0,0 4 5 0,0-4 3 16,0 0 2-16,0 0 3 0,0 0 5 0,0 0 1 16,0 0 2-16,0 0 1 0,0 0 2 0,0 0-2 15,0 0-1-15,0 0-5 0,0-4-5 16,0 4-7-16,-7 0-4 0,7-3-4 0,0-1-7 16,0 4-4-16,-6-3-1 0,6-5-3 0,0 4-3 15,0-3-2-15,0 0-2 0,-6-1-2 0,6-4 1 16,0 2 0-16,-8 0-2 0,8-2-1 0,-6 1 1 15,0-4 0-15,0 5 0 0,-1-5 1 0,7 0-1 16,-7 1 0-16,0-1 0 0,1 1 1 0,0-2 0 16,-1 2 0-16,0 3-2 0,1-3 1 0,0-1 1 15,0 1 1-15,6-1 1 0,-8 3-2 0,2-3 1 16,6 5 1-16,-6-5 0 0,6 4-2 16,0-1-2-16,-7 6 1 0,7-2-1 0,0-3 2 0,0 7 0 15,0 2-1-15,-6-3 0 0,6 2 0 16,0-1 0-16,0 4-1 0,0 0 1 0,0 0-4 15,0 0 3-15,6 0-2 0,-6 4 1 0,0-1 3 16,0 2-1-16,7 1 1 0,-7 2 0 0,6-1 0 16,-6 8 2-16,6-5 2 0,-6 5-2 0,8 3-2 15,-2-3 0-15,-6 4 1 0,6-1-1 16,-6-3 0-16,6 3-1 0,1 0 0 0,-7 0-1 16,7 1 3-16,-1-1 0 0,-6-3-1 0,6 0 6 15,-6-1-2-15,0 1-2 0,7-4 0 0,-7-4-2 16,0 5 0-16,0-9 0 0,0 4 1 0,7-3-7 15,-7-1 4-15,0 0 1 0,0 2 1 0,0-5 1 16,0 4 0-16,0-4 0 0,0 0 1 0,0 0 1 16,0-4-1-16,-7-1 1 0,7 2 0 0,0 0-2 15,-7-5 2-15,7 2-1 0,0-6-2 0,-6 1 0 16,6 0 0-16,-6-3 0 0,6 3-1 16,-7-4 1-16,7-3-1 0,-7 3 0 0,1-4 1 0,6 5 0 15,0-1-1-15,-6-4 1 0,6 5 0 16,-6-3 0-16,6 2-1 0,-8 0 0 0,2-1 1 15,6 7 1-15,0-7 1 0,-6 5 0 0,6 1-2 16,0 2 0-16,0 1-1 0,-7-1 2 0,7 2-2 16,0 1-1-16,0 2 0 0,0 3-1 0,0-4-1 15,0 4 3-15,0 0-2 0,7 0 0 0,-7 4 1 16,0-1-1-16,6 2 3 0,-6 1 0 0,0 5 2 16,0 3 0-16,6 1 0 0,2 0-1 0,-8 3-1 15,6 5-1-15,-6-4 0 0,6 2-1 0,-6 1 1 16,6 0 1-16,1 0-1 0,-7-5 0 0,7 6 1 15,-1-4 1-15,-6-5 0 0,6 1-1 16,1-1 0-16,-7 2-1 0,0-6 1 0,7 0 1 16,-7-1 1-16,0-1-1 0,7-2-1 0,-7 2 0 15,0-1-2-15,6-3-14 0,-6 0-20 0,0-4-24 16,0 3-29-16,0-3-27 0,0-3-30 16,0 3-31-16,0-4-22 0,0 0-13 0,0-3-8 15,0 3 2-15,-6-3 6 0,-1 4 6 0,7-5 7 16,-7 4-3-16,-6-1-23 0,7 2-40 0,-8 0-31 15</inkml:trace>
  <inkml:trace contextRef="#ctx0" brushRef="#br0" timeOffset="98764.65">6002 3249 28 0,'0'-3'116'15,"-6"-1"7"-15,6 4 7 0,0-4-8 0,0 0-11 16,0 1-7-16,-6 3-5 0,6-4 1 0,0 4 0 16,0-3 0-16,0 3-1 15,-7 0 0-15,7-5-2 0,0 5-5 0,0 0-2 0,0 0-6 0,0 0-6 16,0 0-4-16,0 0-9 0,0 0-8 0,0 0-9 16,0 0-10-16,0 0-6 0,7 0-6 0,-7 0-3 15,0 5-3-15,6-5 3 0,0 0 2 16,1 0-2-16,-7 3 2 0,7-3-1 0,-1 0 3 15,0 0 2-15,7 4 0 0,-6-4-1 0,-1 0-1 16,1 3-1-16,6-3 0 0,-6 0 0 0,-1 4-4 16,7 0-3-16,-6-4-5 0,-1 4 0 0,7-1 0 15,-7 1-1-15,2-1 2 0,4 4-1 0,-6-3 0 16,1 1-1-16,6 1-2 0,-7-2 0 0,1 3-4 16,0 1 0-16,6-1-2 0,-7-2-3 0,0 1 0 15,8 2-1-15,-8-1-1 0,1 1 0 16,0-1 1-16,-1-4 0 0,1 4-1 0,-2 1 0 15,2-4 2-15,0 3-1 0,-1-4 1 0,1 4-1 16,-1-3 0-16,2 4 0 0,-2-5 0 0,0 1 1 16,1 0-1-16,-7-4 1 0,6 3 0 0,1-3-1 15,-7 0 0-15,6 0 0 0,1 0-1 0,-7 0 0 16,6 0 2-16,-6-3-1 0,6-1 1 16,-6 0 4-16,8-3 5 0,-8-1 6 0,0 1 9 15,6 0 6-15,-6 0 2 0,0-4 5 0,6 4 1 16,-6-4 1-16,0 0-2 0,7 0-6 0,-7 3-5 0,5-4-7 15,-5 2-3-15,8 3-4 0,-1-5-3 16,-7 5-4-16,5 0-5 0,2 0-2 0,7-4-1 16,-8 4 0-16,0-4-23 0,1 3-34 0,6 1-46 15,-13-3-63-15,7 2-78 0,-7-1-103 0,-7 7-129 16,1-2-84-16,-8 4-24 0</inkml:trace>
  <inkml:trace contextRef="#ctx0" brushRef="#br0" timeOffset="113445.98">18129 1344 20 0,'0'0'42'0,"0"-3"1"0,0-5-8 16,0 8-4-16,0-3 0 0,0 0-3 0,0-2-1 15,0 5-1-15,0-4-1 0,0 1 1 0,0-2 0 16,0 5 2-16,0-2-2 0,0 2 3 16,0-4 4-16,0 1 6 0,0 3 5 0,0-5 7 15,6 2 9-15,-6-1 7 0,0 0 10 0,0 0 9 16,0 2 8-16,0-3 6 0,0-2 3 0,0 4-2 16,0-1-5-16,0-4-3 0,-6 5-4 0,6-4-3 15,0 3-3-15,0 1-5 0,0-1-4 0,0-1-3 16,0 2-5-16,-8 0-6 0,8-1-5 0,0 0-8 15,0 1-6-15,0 3-5 0,0-3-5 0,0 3-2 16,0 0-3-16,0 0-4 0,0-5-4 0,0 5-5 16,0 0-4-16,0 0-4 0,0 0-3 0,0 0-2 15,0 0 2-15,0 0 1 0,0 5-1 16,0-5-1-16,0 3-1 0,0 0 0 0,0 5 1 0,8-2 0 16,-8 6-2-16,0-1 0 0,0 0 1 15,0 3 0-15,6 1 1 0,-6 4 0 0,6 0-1 16,-6 1 0-16,0 3 1 0,7-1 0 0,-7 0 0 15,0 0 0-15,7 0 0 0,-7 4 0 0,0-4 2 16,0-1-1-16,0 2-2 0,7-2 0 0,-7-3 1 16,0 1-1-16,0 0-2 0,0 2 0 0,0-2 1 15,0-1 1-15,0 4 0 0,0-8 2 0,-7 5-1 16,7-8 1-16,0 3 1 0,0-2-1 16,-7-5 0-16,7 1 0 0,0-2-1 0,0 2 0 15,0-5 1-15,-7 1-1 0,7 0 2 0,0-4 4 16,-6 0 4-16,6 4 8 0,-6-4 4 0,6-4 4 15,0 4 1-15,-8 0 1 0,8-4 0 0,-6 0-2 16,6 1-7-16,-6-5-6 0,6 4-6 0,0-2-1 16,-6-5-5-16,6 3-1 0,0 1 1 0,0 0-2 15,0 0-2-15,0-1 0 0,0 1 1 16,0-1 1-16,0 4-1 0,6 2 0 0,-6-3-2 16,0 5 1-16,0-4 1 0,6 4 0 0,0-3-1 15,2 3 0-15,-2 0 1 0,7 0 1 0,-6-4 0 16,6 4 0-16,-7 0 1 0,8 0-1 0,-2-3 0 15,8 3 0-15,-7-4 0 0,0 0-1 0,6 0 1 16,-5 1-1-16,5 3-4 0,-6-4 4 0,0 1 1 16,1 3 0-16,-2 0 0 0,0 0 2 15,2 0-2-15,-8 0 1 0,7 0 3 16,-5 0-3-16,-2 0 1 0,0 3-1 0,1-3-1 0,0 0-7 0,-1 0-15 16,-6 4-23-16,6-4-27 0,1 0-32 15,-7 0-35-15,0 0-35 0,6 0-34 0,-6-4-29 16,0 4-20-16,7-3-22 0,-7 3-38 0,0-5-44 15,0 3-17-15</inkml:trace>
  <inkml:trace contextRef="#ctx0" brushRef="#br0" timeOffset="114327.45">18493 1612 122 0,'7'0'139'0,"-7"0"-15"0,0 3-8 16,6-3-24-16,-6 0-13 0,6-3-14 15,8 3-5-15,-7-4-4 0,-1 4-1 0,8-4-2 16,-8 1-4-16,7 0-2 0,0-1-10 0,0-1-3 0,0 2-2 15,-1 0-2-15,2-5-1 0,-1 4 3 16,-7 0 1-16,7 1 1 0,1-4 2 0,-8 2 3 16,0 3-2-16,2-2 3 0,4 0 4 0,-12 0 3 15,6 4 5-15,-6-3 9 0,7 3 7 0,-7-4 3 16,0 4 6-16,0-4-1 0,0 4-1 0,0-4-1 16,-7 2-3-16,7 2-8 0,-6-5-10 15,0 2-7-15,0-1-6 0,-2 4-2 0,2-3-4 16,-7 3-5-16,6 0-6 0,-6 0-4 0,7 0-2 15,-7 0-3-15,-1 3 0 0,2 1 0 0,4-1-5 16,-4 2-2-16,6 1-2 0,-7 2-1 0,6-5-2 16,1 5-1-16,-8 3 1 0,14-4-1 0,-6 4 2 15,0 0-2-15,-1 1 1 0,7 2 1 0,-6 1-1 16,6 0-1-16,0 2 0 0,0-3-1 0,0 5-2 16,0-1 2-16,0-3 0 0,0 0 0 0,6-4 0 15,-6 3 1-15,7-2 0 0,-1-5 0 0,0 3 0 16,2-6-3-16,-2 4 2 0,0-1 0 15,-6-3 0-15,7 0 0 0,-1-1 0 0,1-3 0 16,-1 4 1-16,1-4 1 0,-2-4-2 0,3 4-1 16,-1-3-3-16,5-1 3 0,-5-4-2 0,0 5-2 15,-1-5-1-15,0-2-2 0,1 2-1 0,-1-3-4 16,1 0-2-16,0 1-5 0,-1-5-4 0,0 3-1 16,2 1-2-16,4 1-2 0,-6-2-2 0,-6 5 4 15,7-1 2-15,-1 2 2 0,-6 2 3 0,7 0 2 16,-7 1 4-16,0-1 2 0,7 4 2 15,-7-4 0-15,0 4 3 0,0 4 2 0,5-4 2 0,-5 0 1 16,7 4 1-16,-7-1 0 0,8 1 2 16,-8 4-1-16,6-1 0 0,0 0 0 0,0-4-1 15,-6 5 0-15,8-1-1 0,-2 0 1 0,0-3 0 16,-6 3 2-16,7-3-1 0,-7 0 0 0,6 0-1 16,-6-1 1-16,7-3 0 0,-7 4 0 0,7-8 0 15,-7 4 0-15,0-3 0 0,6-1 1 0,-1 0 1 16,-5-2-1-16,7 1-1 0,-7-2 1 0,0 0 1 15,8-1-2-15,-3 4 1 0,-5-3-1 16,7-1 1-16,-7 6 1 0,7-2 0 0,0 0-2 16,-1 0-1-16,-6 4 1 0,0-3-2 0,7 6 0 15,-1-3 1-15,-6 4 0 0,6 0 0 0,1 0 0 16,0 3 0-16,-1-4 1 0,0 4 0 0,2 1 0 16,-2-1-12-16,0-3-21 0,1-1-21 0,-1 1-25 15,7 1-23-15,-6-5-26 0,-2 0-24 0,10 0-25 16,-9 0-11-16,7-5-2 0,-6 1-3 0,-1 1-9 15,1-4-22-15,-1-1-44 0</inkml:trace>
  <inkml:trace contextRef="#ctx0" brushRef="#br0" timeOffset="115267.53">19132 1055 96 0,'0'-8'125'0,"0"1"-17"0,0-1-9 0,7 8-18 0,-7-2-11 16,0 2-5-16,6 2 2 0,0-2 0 0,2 8 1 15,-2-1 2-15,0 5 0 0,1-2-4 0,6 6-5 16,-7 1-10-16,7 5-4 0,1 0-5 0,-8 4 0 16,7-1-3-16,-6 9-4 0,5-1-2 0,1-1 0 15,-6 5 3-15,6 0-1 0,-7-5-1 0,2 2-3 16,4-5 1-16,-7 4 0 0,10-4-1 0,-10-4 1 15,3 2-5-15,4-5-2 0,-4 0-3 0,-8-1-2 16,6-2 1-16,0-4 2 0,-6-5 4 16,0 5 7-16,0-8 6 0,0 2 8 0,0-3 6 15,0-2 2-15,-6 0 1 0,0-1-4 0,-2 1-4 16,2-4-9-16,-8 0-10 0,9 0-7 0,-10 0-9 16,4-4-3-16,-3 1-4 0,2-1 0 0,-2 0 0 15,1 0 0-15,7 2 1 0,-7-7-2 0,5 6 0 16,3-1 0-16,-1 1 1 0,6 3-3 0,-9-4-2 15,9 4-1-15,-5 0-1 0,5 0 1 0,5 0-1 16,-5 0-2-16,9 4-1 0,-9-4 1 0,11 3 1 16,-3 1-2-16,5-1 2 0,6 1 1 0,-5 1 0 15,6-3 0-15,-3 2 0 0,3-4 0 16,0 0 1-16,0 0-1 0,6 0 0 0,1 0-1 16,-10-4 1-16,11 2 0 0,4-3 0 0,-6-2 0 15,1 3 0-15,-1-3 0 0,-6-1 0 0,5 1 0 16,-5-1 0-16,0 2 0 0,-8-2 0 0,2 1 0 15,-1-1 0-15,-1 1 0 0,-5 0 0 0,-7 0 0 16,7-1 0-16,-7-3 0 0,-7 5 0 0,7 2 0 16,-7-7 0-16,-5 7 1 0,5-4-1 0,1 1 0 15,-8 0 1-15,8 2-1 0,0 3 1 0,-8-2 0 16,8 4 0-16,0 0-1 0,-1 0-1 16,0 0 0-16,1 4 0 0,6-2 0 0,-7 3 0 15,7 2 1-15,-6 4-1 0,6-3 0 0,-6 3 1 16,6-1 0-16,0 5 0 0,0-4 1 0,0 7-1 15,6-3 0-15,-6 3 0 0,6-3 0 0,-6-1 0 16,7 1 0-16,-1 0-1 0,-6-4-1 0,7 0 0 16,0-4-1-16,-7 1 0 0,6-1 0 15,0-3-1-15,1 0 0 0,0-2-1 0,-1-2-1 0,0 0 1 16,1-2-2-16,6-2 0 0,-6-4-3 16,5 1-1-16,2-4-2 0,-2 0-4 0,2 0-3 15,-1-4-9-15,0 0-6 0,0 1-8 0,-1-1-3 16,2 1-2-16,-1-1-6 0,0 0-2 0,0 1 0 15,0-1 4-15,0 5 6 0,1-2 5 0,-2 1 6 16,1 3 1-16,0 1 9 0,-6-1 5 0,5 6 3 16,2-2 5-16,-8 4 4 0,8 0 2 0,-8 4 3 15,0 3 1-15,1 0 1 0,-1 0 5 0,1 5 9 16,0-1 14-16,-1-1 16 0,-6 5 16 16,6-4 14-16,-6 1 20 0,7-2 20 0,-7-3 13 15,0 1 9-15,0-2-1 0,7-1-3 0,-7 2-2 16,0-4-4-16,0-3-10 0,0 4-12 0,0-4-16 15,0 0-9-15,0 0-14 0,0 0-13 0,0 0-10 16,6 0-13-16,-6-4-8 0,0 1-7 0,6-4-9 16,1 0-18-16,-7-1-29 0,6-3-38 0,1 1-50 15,-1 2-57-15,1-3-63 0,-1 0-62 0,1 3-65 16,-7-2-103-16,7-1-62 0,-7 3-13 0</inkml:trace>
  <inkml:trace contextRef="#ctx0" brushRef="#br0" timeOffset="116163.33">18689 2227 64 0,'-20'-4'225'15,"7"4"-60"-15,-6 0-29 0,0 0-40 0,4 0-18 0,-3 0-11 16,-2 4-2-16,8-4 9 0,-8 0 9 16,-1 0 9-16,9 3 8 0,-8-3 3 0,8 4 1 15,-8-4 0-15,7 5-1 0,0-5-5 0,0 3-9 16,7 0-9-16,-8 1-4 0,7 0-4 0,1-4-5 15,0 3-9-15,-2-3-8 0,8 3-10 0,0 2-1 16,0-5-4-16,0 4-4 0,8-1-5 16,4 2-4-16,1-3-2 0,1 2 0 0,6-1 0 0,-1 1-2 15,7-4-3-15,0 4-2 0,0 0-4 0,7-4-3 16,6 0-2-16,0-4 0 0,7 4 1 16,-1-4 1-16,7 0-3 0,1 1 2 0,-1-1-3 15,7 2 1-15,-9-3 0 0,10 2-1 0,-1-1-2 16,6 4 0-16,0-5 0 0,1 5 0 0,-1-3 0 15,0 3 0-15,6-3-1 0,1-1 0 0,0 0 0 16,5 4-1-16,-5-3-2 0,6 0 3 0,1-2 1 16,-1 1 0-16,0 4 0 0,-7-3 1 0,8 3 0 15,-1-4 1-15,0 4 0 0,7 0-3 16,-6 0 0-16,-2 0 0 0,2 0 0 0,-2 0-1 16,-4 0-1-16,4 0 0 0,-12-3 0 0,8 3 0 15,-8 0 1-15,0-4-1 0,0 4 1 0,-7 0 2 16,1 0-1-16,0 0 2 0,-7 4 0 0,-8-1 1 15,4 4-3-15,-10-3 0 0,8 7 1 0,-7-3 0 16,-6 3 1-16,-1 1-1 0,1-6 0 0,-1 5 0 16,-5-3 4-16,-1 3-2 0,6-4-2 0,-6 4-2 15,1-4-11-15,-8-3-23 0,7 3-33 0,-7-4-39 16,0-3-46-16,1-3-48 0,-7-1-49 0,1 1-65 16,-8-8-81-16,0 3-55 0,-6-2-14 15</inkml:trace>
  <inkml:trace contextRef="#ctx0" brushRef="#br0" timeOffset="116663.7">20859 744 25 0,'0'-4'215'0,"-8"0"-62"16,8 4-38-16,0 0-42 0,0 0-20 0,0 0-9 16,-5 4 5-16,5 0 8 0,0 7 9 0,0-1 10 15,0 9 8-15,0 3 8 0,-7 3 4 0,7 9 2 16,0 6-2-16,0 7-4 0,7 4 0 0,-7 8 7 16,0 10 2-16,0 9-5 0,0 9-7 0,0 9-10 15,0 6-10-15,-7 5-9 0,7 2-15 0,0 5-15 16,0 4-9-16,-7 3-6 0,7 0-5 0,-5 0 0 15,-3 0-1-15,8-5-1 0,-6 2 0 0,0-9-1 16,0-3-4-16,6-4 0 0,-8-10-2 0,2-4 1 16,0-3 1-16,-1-12-2 0,1-4 1 0,6-6 0 15,-7-12 0-15,0-7-10 0,1-4-14 16,0-10-24-16,6-8-38 0,-6-7-46 0,6-12-49 16,-8-3-51-16,8-11-71 0,0-12-79 0,0-6-51 15,0-7-18-15</inkml:trace>
  <inkml:trace contextRef="#ctx0" brushRef="#br0" timeOffset="117051.08">21439 1128 309 0,'0'0'254'0,"0"-4"-43"0,0 8-49 15,0-4-30-15,0 7-11 0,0 4-3 0,5 1-1 16,-5 6 6-16,8 3 9 0,-8 5 1 0,6 7-13 16,1 0-15-16,-7 8-21 0,7-1-15 0,-7 0-14 15,6 8-14-15,-6-4-12 0,0 4-11 16,6 0-6-16,-6 2-20 0,0-2-30 0,0-4-35 16,-6 0-37-16,6-4-38 0,-6-7-40 0,-1 0-41 15,7-8-50-15,-7 2-69 0,1-10-54 0,-2-2-21 16</inkml:trace>
  <inkml:trace contextRef="#ctx0" brushRef="#br0" timeOffset="117543.56">21230 1160 9 0,'0'-21'165'0,"13"-1"-37"0,-7 4-12 15,2-1-27-15,4 5-15 0,-5-1-13 0,6 1-8 16,0 3-3-16,-7 0-4 0,8 3 1 0,-3 2-4 0,4-2-3 16,-3 0-2-16,2 4 3 0,-1 1 1 0,-1 3-4 15,2 0-2-15,-8 0-2 0,8 7 1 16,-8 1 2-16,-1 2-1 0,3 2-3 0,-2 3-2 0,-6 2-2 16,0 5 1-16,0 0-3 0,0 4-3 0,-6-4-6 15,-2 7-3-15,8 0-2 0,-5 0-2 0,-1 1-2 16,-1-5-2-16,7 4 0 0,-7-6-4 0,7 3 0 15,0-4-1-15,0-1 1 0,0 2-1 16,7-5-1-16,-7 1 0 0,7-1-1 0,4-4 1 16,-3 5 0-16,5-5 1 15,0-3-1-15,0 3 0 0,6-2-1 0,-5-5 0 16,5 5-5-16,1-6-7 0,-1 3-4 0,1-3-2 0,0 2-2 0,-2 3-1 16,2-4-2-16,-7 5 2 0,1-2 3 0,-2-3 7 15,2 5 5-15,-8 2 4 0,0-3 7 0,1 3 6 16,-7 1 12-16,0 0 9 0,0 0 12 0,-7-1 10 15,7 1 11-15,-12-1 8 0,5 1 5 16,-6 0-1-16,-7-1-5 0,7 1-5 0,-7-5-8 16,2 2-10-16,-2-1-11 0,0-3-10 0,7-1-8 15,-7 1-12-15,8-6-17 0,-1 2-24 0,-1 0-30 16,2-8-38-16,5 0-41 0,0-2-37 0,1-2-40 16,6-7-52-16,0 5-77 0,6-9-44 0,-6 0-8 15</inkml:trace>
  <inkml:trace contextRef="#ctx0" brushRef="#br0" timeOffset="118626.54">21836 1667 153 0,'13'6'157'16,"1"-1"-21"-16,-2-2-28 0,2 1-11 0,-1-1-6 0,-1-3 3 15,2 4 5-15,-2-4 1 0,2 0 1 16,-2 0 4-16,2-4 0 0,-1 1-1 0,-1-1 0 0,-4 1 1 15,-2-2 6-15,0 3 2 0,1-2 6 16,-7-4 6-16,0 5-1 0,0-5 0 0,0 4-4 16,0-3-10-16,-7 0-12 0,-5 0-14 0,4-1-17 15,-4 1-16-15,-8 3-16 0,7-2-13 0,-7 2-10 16,1-1-5-16,0 2-4 0,-1 3-3 0,1 0 0 16,-1 3-1-16,7 2 0 0,-7-1-3 15,8-1-9-15,-2 4-15 0,1 0-21 0,6-3-23 16,1 4-20-16,0-5-20 0,-1 4-17 0,7-2-21 15,0 1-11-15,7-2-4 0,-1 3 0 0,0 1 6 16,1-4 8-16,0-2 8 0,-1 3 10 0,0-2 18 16,8-3 19-16,-8 0 19 0,7 0 17 0,0-3 15 15,0-2 13-15,-7 3 10 0,8-6 9 16,-1 1 1-16,0-1 5 0,6 2 2 0,-5-6 3 16,4 5 0-16,-4-4 1 0,6 0 0 0,-1-1 0 15,7 2 4-15,-6-2 1 0,-1 5 2 0,1-1 4 16,0 6 3-16,-1-2 3 0,-6 0 2 0,6 4 3 15,1 0 0-15,-8 0 0 0,8 4 0 0,-7 2 0 16,-6 2-2-16,12-1 0 0,-11 5-2 0,4-5 0 16,-5 5-2-16,-1-2 0 0,8 1-2 0,-14 4-2 15,6-5 1-15,0 2 4 0,-6-1 4 0,0-5 10 16,0 2 9-16,0-1 8 0,0 1 8 0,-6-1 7 16,6-3 8-16,-6-1 6 0,6 1 2 0,-7-4-1 15,0 0 0-15,7 0-2 0,-6 0-2 0,6-4-7 16,0 1-8-16,0-1-9 0,0-7-9 0,6 4-8 15,-6-5-10-15,14-2-9 0,-8-1-5 16,0 1-5-16,7-1 2 0,0 1-3 0,1-1 0 16,-1 0 0-16,-1 1-1 0,2-1-1 0,-2 4 0 15,8 1 0-15,-8-5-4 0,3 7 2 0,-3 1-2 16,2 0 1-16,-2 0 0 0,-5 3 5 0,6 4-2 16,0 0-2-16,-7 4-2 0,1-1-1 0,6 4-2 15,-7 0-1-15,1 5 0 0,-1 3-10 0,1-5-6 16,0 5-7-16,-2 3-3 0,-5-3-1 0,7 0 2 15,-7 3-1-15,7-3 1 0,-7 0 4 0,7-1 9 16,-7-3 10-16,0-5 4 0,6 6 5 0,-6-9 1 16,0 5 1-16,6-4 6 0,-6-1 6 0,0-3 10 15,0 4 12-15,8-8 12 0,-8 4 12 0,0-3 13 16,6-5 7-16,0-3 6 0,1 1 0 16,-1-5-5-16,1 1-6 0,6-1-9 0,-8-4-13 15,2 0-13-15,6 1-8 0,-6-1-10 16,0 2-7-16,6-2-5 0,-7 1-4 0,1 0-3 15,6 3-4-15,-6-2-11 0,-1 0-16 0,0 7-20 16,8-5-21-16,-8 4-21 0,0 4-23 0,1 0-21 16,-1-1-15-16,8 5-8 0,-9-1 2 15,2 4 10-15,1 4 13 0,-2-4 12 0,0 7 17 0,0 1 20 16,2-1 18-16,-2 3 15 0,0 2 14 0,1-1 11 16,-1 3 9-16,1-2 9 0,0 2 9 0,-1 1 6 15,-1-1 7-15,-5 1 5 0,8-1 5 0,-1-2 7 16,-2 3 5-16,2-1 7 0,0-3 2 0,6 0 2 15,-6 1-2-15,-1-6 1 0,0 5-2 0,8-3 0 16,-8-1 1-16,7-3-4 0,-6-1 1 0,-1 2-2 16,7-5 0-16,-8 0 0 0,10 0 1 0,-10-5 2 15,2 2 0-15,1-1-1 0,4 1-1 16,-5-1 1-16,-7 0 4 0,6-3 6 0,-6-1 2 16,0 5-3-16,0-4-3 0,-6-1-1 0,6 1-2 15,-7-1-6-15,-5 1-8 0,4 0-5 0,-4 0-11 16,-3-1-7-16,4 1-2 0,-9-1-7 0,1 4-11 15,-1 2-14-15,7-3-13 0,-7 5-19 0,1-3-15 16,0 6-18-16,5-3-30 0,1 5-28 0,7-5-24 16,-8 2-17-16,14 6-16 0,-6-4-18 0,6-1-36 15,6 1-54-15,2 0-21 0</inkml:trace>
  <inkml:trace contextRef="#ctx0" brushRef="#br0" timeOffset="119623.68">23244 1385 192 0,'-7'7'199'0,"7"1"-33"15,0-2-29-15,-6 9-32 0,6-5-20 0,0 7-12 16,0-3-4-16,0 1-2 0,0-1-1 0,0 4-6 16,6-4-7-16,1 5-9 0,-7-4-8 0,6 3-4 15,1-4-5-15,-1 1-4 0,1 0-6 0,-1-4-4 16,-1 3-2-16,4-2-4 0,-3-1-2 0,-1-5-1 15,3 2-2-15,-8-4 0 0,7 3-1 16,-7-3 1-16,6 0 0 0,-6-4 4 0,6 0 3 16,-6 3 2-16,0-6 3 0,0 3-1 0,0-4 1 15,0-4 0-15,0 1-1 0,0-1-3 0,-6 2-3 16,6-5-2-16,0-1-4 0,0 5 1 0,6-3-2 16,-6-2 0-16,0 5-1 0,7-3 1 0,-7 6-1 15,6-4-2-15,-6 5 0 0,7-1 0 0,-7 0 0 16,7 4 1-16,-1 0 1 0,-6 4-1 0,6 0 2 15,1 7 0-15,0-4 0 0,-1 4 2 0,7 0 3 16,-6 0 5-16,-2-1 7 0,9 5 7 0,0-3 6 16,-8-2 11-16,7 1 5 0,-7-3 5 0,7-1-1 15,0 0-2-15,-6-2-5 0,0-3-5 16,-1 2-7-16,7 0-8 0,-13-4 0 0,7 0-3 16,-1 0 0-16,-6-4-1 0,0 0-3 0,5-3 0 15,-5 0-8-15,0 0-14 0,0-8-19 0,-5 3-17 16,5 2-17-16,0-5-15 0,0 1-16 0,-6 3-15 15,6 0-9-15,6-3-5 0,-6 2 0 0,0 1 1 16,5 0 2-16,3-1 5 0,5 2 8 0,-6-1 12 16,5 1 12-16,2-2 12 0,5 5 15 15,-6-1 13-15,6 1 14 0,-5 0 15 0,6 0 14 16,-8 2 12-16,8 2 11 0,-1-4 10 0,-5 3 10 16,-2 1 8-16,2 0 9 0,5-2 2 0,-13 5 5 15,8-4 2-15,-8 1-2 0,8 3-3 0,-8-5-3 16,0 5 0-16,1 0 0 0,-7 0 2 0,6-2 4 15,-6 2 4-15,0 0 3 0,0 0-2 0,0-4-2 16,0 0-6-16,-6 4-8 0,6-4-13 0,-7 4-12 16,1-3-13-16,0-1-9 0,-2 4-4 0,-4-4-4 15,5 4-2-15,0 0-1 0,1 0 0 0,0 0-1 16,-1 0-1-16,1 4 1 0,6 0-2 16,-7-1 0-16,0 5 0 0,1 3 1 0,6-4 0 15,-6 8 0-15,6-5 1 0,-8 6-1 0,8-2 0 16,0 1 2-16,0 3-2 0,0-3 0 0,0 3-2 15,8-3 1-15,-8 0 1 0,6-1-1 0,-6-3 1 16,6 0-2-16,1 1 2 0,0-6 1 0,-1 2-1 16,1-5 2-16,-1 1 2 15,0 0 3-15,1-4 1 0,6-4 1 0,-7 0 1 0,8 1-1 16,-1-5 2-16,0 2-1 0,-6-6-2 0,5 1-2 16,2 4-1-16,-2-7-1 0,2 2 0 0,-2 1-2 0,1 0 0 15,1-1-1-15,-8-2 1 0,7 3-1 16,0 0 2-16,-6 1-1 0,6 2-1 0,-7-3 0 15,7 4 1-15,-7-5-1 0,1 9 1 0,0-4-1 16,-1 0-1-16,0 4-1 0,1 3 1 0,0-5 1 16,-7 5-1-16,6 5 4 0,1-2 1 0,-7 4 2 15,6 3 5-15,1-1 2 0,-7 1 10 0,7 1 11 16,-1 0 11-16,0 3 7 0,-6-6 5 0,7 3 2 16,-7-3 6-16,7-1 3 0,-1 0-4 0,0-4-5 15,-6 1-8-15,7 0-6 0,6-4-6 0,-7-4-4 16,1 0-6-16,5-3-7 0,2-1-5 15,-1-2-15-15,0-5-26 0,0 1-32 0,1-1-35 16,-2-3-36-16,0 0-40 0,-4-1-39 0,-2 1-40 16,0 3-35-16,1-3-31 0,-7 3-69 0,0 1-56 15,-7-2-19-15</inkml:trace>
  <inkml:trace contextRef="#ctx0" brushRef="#br0" timeOffset="120582.7">22096 2399 171 0,'8'0'154'0,"-2"0"-21"0,7 0-25 0,0 0-22 15,0-3-10-15,1-1-6 0,4 1-1 0,8 3-2 16,-6-4 0-16,7-1 3 0,-2 2-2 0,1 3 2 15,6-3 8-15,-5 3 7 0,5-4 6 0,0 4 4 16,9-4-2-16,-2 4-4 0,-1 0-7 0,1-3-9 16,7 3-14-16,-1 0-12 0,1 0-15 0,7 0-11 15,-9 0-5-15,9 0-7 0,0 0-2 16,-8 0 0-16,7 0-4 0,1 0-3 0,-2 0 0 16,2 0-1-16,-7 3-1 0,5-3-1 0,-5 4-10 15,-1-4-15-15,0 4-21 0,-5-4-25 0,-1 3-29 16,-6-3-33-16,-1 3-37 0,-6 2-38 0,-6-1-59 15,0-4-80-15,-1 3-49 0</inkml:trace>
  <inkml:trace contextRef="#ctx0" brushRef="#br0" timeOffset="146790.21">7369 2677 32 0,'0'4'38'16,"0"-4"-4"-16,0 0-3 0,0 0-2 0,0 4-3 0,0-4-3 0,9 4-5 0,-9-4-7 0,0 3-4 0,6-3 3 0,-6 4 9 15,0-4 8-15,5 4 8 0,-5-4 10 0,0 4 10 16,0-4 10-16,0 0 12 0,0 2 6 16,0-2 3-16,0 0 1 0,-5 0 4 0,5 4 2 0,0-4 1 15,0 0 2-15,0 0-2 0,0 4-5 16,-6-4-5-16,6 0-9 0,0 0-8 0,0 0-8 0,0 0-8 16,0 4-7-16,0-4-6 0,0 0-5 15,0 0-8-15,0 0-4 0,0 0-2 0,0-4-2 16,0 4-1-16,0 0-1 0,0 0-2 0,0 4-1 15,0-4 0-15,0 0 1 0,0 0-2 0,0 0-1 16,0 0-3-16,0 0-2 0,0 0-3 0,0 0-2 16,0 0-1-16,0 0-2 0,6 0 0 15,-6 0 0-15,5 0-1 0,3 0 2 0,-2 0 0 16,1 0 1-16,0 3 0 0,5-3 0 0,-5 4 1 16,6-4-1-16,0 4 1 0,0-4-1 0,0 0 0 15,1 0 0-15,-2 4 1 0,1-4-1 0,0 0 1 16,6 4 0-16,-5-4 0 0,-2 0 0 0,2 3 0 15,-1-3 0-15,0 0 0 0,6 3 0 0,-13-3-1 16,8 0 1-16,-1 5 0 0,0-5 0 0,-6 0 0 16,5 2-6-16,-5-2-12 0,0 0-15 0,-1 0-19 15,0 5-21-15,2-5-19 0,-8 0-20 0,6 0-21 16,-6 0-14-16,0-5-8 0,6 5-6 16,-6 0-6-16,0-2-10 0,-6-3-27 0,6 2-45 15</inkml:trace>
  <inkml:trace contextRef="#ctx0" brushRef="#br0" timeOffset="147117.57">7664 2601 51 0,'-6'0'327'0,"6"0"-70"16,-8 0-57-16,2-4-33 0,0 4-21 0,6 0-15 15,-6 0-13-15,-1 0-10 0,7 0-10 0,-7 4-11 16,1-4-9-16,6 4-10 0,-7-1-7 0,1 1-1 16,0 3-2-16,-2 4-1 0,2-4 0 0,0 4-1 15,0 1-3-15,-2 2-2 0,2-3-2 0,0 4-4 16,-1-5-4-16,1 5-2 0,-8-3-3 16,14 1-3-16,-6-1-2 0,0-1-2 0,0 0-3 15,-2 0-5-15,2 0-2 0,0 0-6 0,-1-1-4 16,7-2-3-16,-7-1-2 0,7 1-3 0,-6-1-4 15,6 0-9-15,0-3-18 0,-7-1-28 0,7 1-31 16,0-4-37-16,0 4-42 0,0-4-40 0,0 0-38 16,0 0-35-16,0-4-41 0,0 0-54 15,0-3-39-15</inkml:trace>
  <inkml:trace contextRef="#ctx0" brushRef="#br0" timeOffset="147403.94">7462 2601 45 0,'0'-4'350'0,"-7"4"-87"0,7-4-80 0,0 4-51 16,0 0-33-16,0-3-23 0,0 3-19 0,0 0-10 15,0 0-11-15,7 0-6 0,-7 0-3 0,6 3 0 16,1-3-2-16,0 4-1 0,5 0 2 0,-4 0-1 15,-2 3 0-15,6 0-3 0,2 1-2 16,-8-1-4-16,7 4-3 0,1 0-2 0,-2 0-2 16,-6 3-2-16,8-3-4 0,-1 1 0 15,0-2-2-15,-6 1-1 0,5-3-15 0,-6 2-24 16,8-3-29-16,-8-2-34 0,8-2-34 0,-8 5-47 0,1-5-64 16,-1-3-88-16,-6 0-45 0</inkml:trace>
  <inkml:trace contextRef="#ctx0" brushRef="#br0" timeOffset="147638.21">7599 2462 277 0,'-6'0'372'0,"6"2"-116"0,-8 6-88 16,2 1-58-16,6 5-46 0,0-3-24 0,0 3-16 16,0 5-9-16,0-2-4 0,6-2-13 0,-6 4-32 15,0-1-42-15,0 1-58 0,8-1-102 0,-8-3-86 16,0 2-54-16</inkml:trace>
  <inkml:trace contextRef="#ctx0" brushRef="#br0" timeOffset="151745.71">8185 2864 14 0,'0'0'50'16,"0"0"-2"-16,0 0-4 0,0 0-2 0,0 0-3 16,0 0-3-16,0 0-3 0,0 0-5 0,0 0-4 15,0 0-3-15,0 0-1 0,0 0-5 0,0 0-2 16,0 0 0-16,0 0-3 0,0 0-2 0,0 0-1 16,0 0 1-16,0 0 0 0,0 0 1 0,0 0 1 15,0 0 3-15,0 0 3 0,0 0 5 0,0 0 5 16,0 0 4-16,0 0 4 0,0 0 3 0,-6 4 4 15,6-4 4-15,0 0 0 0,0 0 0 16,0 0-2-16,0 0-3 0,0 0-3 0,0 0-3 16,0 0-5-16,0-4-5 0,0 4-5 0,0 0-4 15,0 0-3-15,0 0-3 0,0 0-1 0,0 0-3 16,0 0 2-16,0 0 1 0,0 4 4 0,0-4 3 16,0 0 5-16,0 0 4 0,0 0 5 0,0 0 3 15,0 0 3-15,-6 0 2 0,6 0-1 0,0 0-1 16,0 0-2-16,0 0-4 0,0 0-3 0,0 0-3 15,0 0-4-15,0 0-3 0,0 0-2 0,0 0-2 16,-8 0 0-16,8 0-1 0,0 0 0 0,0 0-2 16,0 0 2-16,0 0 0 0,0 3 0 0,0-3 0 15,0 0 0-15,0 0 2 0,0 0 0 16,0 0 2-16,0 0 1 0,0 0 3 0,0 0 0 16,0 0 2-16,0 0 1 0,0 0 0 0,0 0 1 15,0 0-1-15,0 0-2 0,0 0-1 0,0 0-3 16,0 0-3-16,0 0-1 0,0 0-3 0,0 0-2 15,0 0-1-15,0 0-4 0,0 0-1 16,0 0 0-16,0 0-1 0,0 0 1 0,0 4 0 0,0-4-1 16,0 0 0-16,0 0 0 0,0 0 0 15,0 0 0-15,0 0 0 0,0 0 0 0,0 0 0 16,0 0 0-16,0 0-1 0,0 0 1 0,0 0 0 16,0 0 0-16,0 0 0 0,0 0 0 0,0 0-1 15,0 0 1-15,0 0-1 0,0 0 1 0,0 0 0 16,0 0 0-16,0 0 0 0,0 0 0 0,0 0 2 15,0 0-2-15,0 0 1 0,0 0 0 0,0 0-2 16,0 0-1-16,0 0 1 0,0 0 0 0,0 0-1 16,0 0 2-16,0 0 0 0,0 0 0 0,0 0 0 15,0 0 0-15,0 0 0 0,0 0 1 16,0 0-1-16,0 0 0 0,0 0-1 0,0 0 1 16,0 0 0-16,0 0 0 0,0 0 0 0,0 0 0 15,0 0 0-15,0 0 1 0,0 0 0 0,0 0 0 16,0 0 0-16,0 0 1 0,0 0 10 0,0 0 11 15,0 0 9-15,0 0 9 0,0 0 9 0,0 0 7 16,0 0 3-16,0 0 5 0,0 0-5 0,0-4-8 16,0 4-6-16,0 0-5 0,0 0-5 0,0-3-4 15,0 3-5-15,0-4-3 0,0 4-3 16,-6 0-3-16,6-2-4 0,0-3-3 0,0 2-4 0,0-1-4 16,0 0 0-16,0-3-1 0,0 3 0 15,0 0-2-15,0-2 1 0,0 2-1 0,0 0 0 0,0-3 0 16,6 3 0-16,-6 0 0 0,0-3-2 15,8 3 0-15,-8-3 1 0,6 3 0 0,-6 1 1 16,0-5 0-16,6 5 0 0,-6-1 0 0,6 0 0 16,-6 1 1-16,8-2 0 0,-8 5-1 0,6-2 2 15,-6-3-1-15,6 2-2 0,-6 3 1 16,7-3 0-16,-7-1 0 0,6 0 0 0,-6 4-1 16,7-4 0-16,0 0 0 0,-7 1 2 0,6 3-1 15,0-4 0-15,0 0 0 0,1 4 0 0,-7-4 0 16,7 4 0-16,-1-2 0 0,0 2 0 0,-6-4 0 15,8 4 1-15,-2 0-1 0,1-4 0 0,-7 4-1 16,6 0-1-16,-6 0 1 0,6 0-1 0,-6 0 0 16,7 4-1-16,-7 0 1 15,7-2 2-15,-7 2 1 0,6 4 2 0,0 3-2 0,1-3 1 0,-7 3 2 16,7-1-2-16,-7 5 0 0,6-4-1 0,1 3 1 16,-7 1-1-16,0-1-1 0,5 1-1 15,-5 5 1-15,0-3 0 0,0 2 0 0,0-1 0 16,0 0 1-16,-5 4-1 0,5-3 2 0,-7 2 1 0,1-5-2 15,6 2-1-15,-7 0 0 0,0-4 1 16,1 1-1-16,0-4 0 0,-1-1-1 0,0 2 1 16,1-1 0-16,0-4 0 0,-1 0 1 0,1-3-1 15,-2-1 7-15,2 1 10 0,0 1 7 0,6-2 2 16,-7-3 5-16,0 0 4 0,1 0 2 0,0 0 4 16,6-3-3-16,-6-2-7 0,6 1-7 0,-7-3 0 15,7 0-4-15,-7 0-4 0,7-1-3 0,0 1-4 16,0-3-2-16,0 2-1 0,7-3-3 0,-7 3 1 15,0 1-2-15,7-3 0 0,-7 6-2 16,6-4-1-16,-6 1 1 0,0-1 1 0,6 4-2 16,0 2 0-16,1-2-1 0,-7 1 2 0,7 3 0 15,-1 0 0-15,0-5-1 0,-6 5 1 0,8 5 1 16,5-5 0-16,-7 0 2 0,0 3-1 0,1 1-1 16,0-2 3-16,-1 7-2 0,0-6-1 0,1 1 2 15,0-1 0-15,-1 5-3 0,1-4 0 0,-2 3 0 16,3-4 0-16,-1 2 1 0,-2-3-12 0,2-2-27 15,-1 4-31-15,-6-4-35 0,8 0-38 16,-8 0-42-16,6-4-40 0,0 4-40 0,-6-2-27 16,7-6-12-16,-7 4-12 0,6-3-17 0,-6 3-29 15,0-3-19-15</inkml:trace>
  <inkml:trace contextRef="#ctx0" brushRef="#br0" timeOffset="152136.5">8459 2927 95 0,'0'0'257'0,"0"-4"-41"15,0 4-36-15,0 0-27 0,-6 4-19 0,6-4-16 16,0 0-14-16,0 4-15 0,0 3-14 0,6 1-16 16,-6-2-14-16,0 5-14 0,0-3-9 0,6 3-8 15,1-1-4-15,0 5-3 0,-7-3-3 0,6-1-1 16,0-1-2-16,1 2 1 0,6-2-1 16,-6 1 0-16,-2-3 0 0,9-1-1 0,-7 3 1 15,5-5 0-15,2-2-1 0,-8 1 1 0,1-1-1 16,6-3 0-16,-7 0 0 0,6 0 2 0,-5-3 1 15,6-4 1-15,-6 2 0 0,7-5 3 0,-8 3 7 16,0-1 3-16,1 2 9 0,-1-2 12 0,-6 1 13 16,7-5 14-16,-7 5 18 0,7-5 22 0,-7 6 28 15,0-5 32-15,0 3 22 0,-7 1 7 0,7 0 0 16,-7-4 6-16,1 3 11 0,-7-3-6 16,7 5-19-16,-8-2-28 0,7 1-26 0,-6 3-15 15,1 0-9-15,-1 0-18 0,0 1-27 0,0 3-18 16,-1 0-13-16,2 0-9 0,-2 3-4 0,2-3-4 15,-2 4-7-15,8 0-3 0,-1 0-3 0,-5-1-7 16,12-3-15-16,-7 4-35 0,0-4-54 0,1 0-59 16,6 0-60-16,0 0-62 0,0 0-63 0,6 0-54 15,-6-4-39-15,7 1-41 0,0-1-60 16,5-4-21-16,-5 1 16 0</inkml:trace>
  <inkml:trace contextRef="#ctx0" brushRef="#br0" timeOffset="152373.79">8797 2758 273 0,'0'4'268'0,"-6"3"-72"16,6-3-45-16,-6 0-31 0,6-1-18 0,0 5-15 15,-6-5-11-15,6 1-12 0,0-1-12 0,-8-3-12 16,8 4-13-16,0 0-9 0,0-4-8 0,0 4-3 15,0-4-7-15,0 0-13 0,0 0-19 0,0 0-26 16,0-4-25-16,0 0-27 0,0 0-35 0,8-3-46 16,-8-4-60-16,6 0-62 15</inkml:trace>
  <inkml:trace contextRef="#ctx0" brushRef="#br0" timeOffset="152624.57">8935 2389 80 0,'0'-4'310'0,"0"-1"-48"0,0 5-45 16,0 0-34-16,-6 0-25 0,6 0-20 0,0 0-16 15,0 5-13-15,0-1-15 0,0 6-11 0,-8 1-13 16,8 5-11-16,0 1-8 0,0 4-5 0,0 6-1 16,0 2 0-16,0 0 4 0,0 5-3 0,0 2-4 15,0-3-5-15,0 4-3 0,0 3-6 0,0-3-5 16,0 3-6-16,0-4-5 0,0 5-5 0,0-1-3 15,0-3-17-15,0-5-27 0,0 1-31 16,0-3-39-16,0-4-37 0,0-1-44 0,0-3-44 16,0-4-62-16,0-2-81 0,0-2-50 0,0-7-9 15</inkml:trace>
  <inkml:trace contextRef="#ctx0" brushRef="#br0" timeOffset="152899.87">9039 3069 115 0,'6'4'152'0,"1"-4"-47"16,0 4-26-16,-1 0-12 0,0-4-9 0,8 3 2 0,-8-3 4 16,-1 0 6-16,-5 0 7 0,8 0 14 15,-1 0 13-15,-7 0 9 0,5-3 13 0,-5 3 12 16,0-4 11-16,0 4 2 0,-5-4-6 0,5-2-11 15,-7 1-15-15,7-2-14 0,-8 0-18 0,-3-1-22 16,4 1-19-16,0-1-16 0,-5 4-9 0,-2-2-9 16,1 3-13-16,-7 3-21 0,8 0-23 0,-8 0-32 15,1 3-33-15,-1 3-39 0,0 3-40 0,1 1-42 16,-1 2-38-16,1 3-62 0,0-1-76 0,-1 1-28 16</inkml:trace>
  <inkml:trace contextRef="#ctx0" brushRef="#br0" timeOffset="154414.34">8218 3473 82 0,'0'0'170'16,"0"0"-28"-16,0 0-19 0,0 0-17 0,-7 0-8 15,7 0-8-15,0 0-5 0,0 0-6 0,0 0-2 16,0 0-4-16,0 0-4 0,0 0-3 0,0 0-5 16,0 0-3-16,0 0-5 0,0 0-2 0,0 0-4 15,0 0-2-15,0 0-5 0,0 0-3 0,0 0-2 16,0 3-5-16,0-3-3 0,0 0-3 0,0 0-4 15,0 8-2-15,0-4-3 0,0 3-2 0,7 0 1 16,-7 0-5-16,0 1 0 0,0 6-2 0,0-3 1 16,0 4-3-16,0-1-1 0,6 2-1 0,-6-2 0 15,0 3-1-15,0 3 1 0,0-6-1 16,0 4-2-16,7-3-1 0,-7 3 1 0,0 1 1 16,0-4-2-16,0-1 1 0,0 1 0 0,7-5 1 15,-7 5 0-15,0-4 0 0,0-3 0 0,0-1-1 16,0 0 2-16,0-3-1 0,0-1 0 0,0 1-1 15,0 0 1-15,0 0 0 0,0-4 0 0,0 3 0 16,0-3 0-16,0 0 1 0,0 0 0 16,0 0 2-16,0 0-2 0,0 0 0 15,0 0 0-15,0 0-4 0,0 0-9 0,-7-3-15 0,7 3-19 16,0-4-24-16,0 0-28 0,0 0-32 0,0-3-30 16,0 0-31-16,0 0-40 0,0-1-51 0,0 1-60 15</inkml:trace>
  <inkml:trace contextRef="#ctx0" brushRef="#br0" timeOffset="155462.49">8655 3575 23 0,'-7'0'242'0,"0"0"-58"16,0 0-45-16,7 0-30 0,-5 0-18 16,-3 0-12-16,8 0-6 0,-7 0 0 0,2 0-4 15,-8 0-2-15,6 0 0 0,1 0-1 0,-7 5 5 16,7-5-2-16,-8 2 2 0,1-2 0 0,-1 5 5 16,9-3 4-16,-9 2-2 0,1 0-2 0,1 0-3 15,5 0 3-15,-6 3-6 0,7-3-8 0,-8 4-10 16,8-6-6-16,-1 2-5 0,1 4-4 0,0-5-6 15,-2 1-7-15,8 0-6 0,-6-1-1 0,6 0-4 16,-7 2-3-16,7-2-4 0,0 1-3 0,0-1-3 16,0 1 0-16,0 0-1 0,0-1 0 0,7 1 0 15,-7-4 1-15,0 4 0 0,6-1 0 16,-6 1 0-16,8 0 1 0,-8-4-1 0,6 3 1 16,0 1 0-16,1-4-1 0,-1 3 0 0,1-3 0 15,0 0-1-15,-1 4-1 0,7 0 2 0,0-4-1 16,0 0-2-16,-7 0 0 0,13 4 3 0,-12-4-1 15,7 0 0-15,6 3 1 0,-14 2-1 0,7-5 0 16,0 3-1-16,0 1 1 0,-8-2-2 0,10 6 1 16,-10-4 0-16,2 4-2 0,7-1 2 0,-14-3 1 15,6 2-1-15,0 2 1 0,-6-1 0 0,7 1-1 16,-7-1 2-16,0 0-1 0,0 1 1 0,0-5 0 16,0 4 0-16,-7 1 1 0,7-1 0 0,-6-3 0 15,0 4 0-15,-1-6 0 0,0 6 0 16,0-4-1-16,2-1 0 0,-10 2-1 0,10-2 1 15,-8 1 2-15,0-4 7 0,6 4 18 0,-5-4 16 16,4 0 15-16,-4 0 16 0,5 0 12 0,0-4 13 16,0 4 8-16,2-4-1 0,-2 1-15 0,0-5-14 15,7 0-13-15,-6 2-17 0,6-6-13 16,0 1-13-16,6 0-11 0,-6 0-4 0,7 0-6 16,0-3-2-16,-2 2 1 0,2-2-1 0,7 3 1 15,-8-3 0-15,0 2 0 0,8 1 1 0,-8 4-1 16,1-4 2-16,6 4-1 0,-7-1 0 0,1 1-3 15,-2 0 2-15,2 3-1 0,1 1 0 0,-8-5 2 16,5 5 0-16,2-1-1 0,-7 0 1 0,7 4 1 16,-7-3 0-16,7-1 1 15,-7 4-2-15,0-4 0 0,0 4 0 0,0 0 0 0,0-4 0 0,6 4 0 16,-6 0 0-16,0 0-1 0,0-2 1 0,0 2 0 16,0 0 0-16,0 0 0 0,0 0 0 15,0 0-9-15,0 0-16 0,0 0-22 0,0-6-33 16,0 6-38-16,0 0-44 0,0-2-47 0,0-2-49 15,0 1-46-15,0-1-58 0,0-4-80 0,0 4-57 16,0 0-10-16</inkml:trace>
  <inkml:trace contextRef="#ctx0" brushRef="#br0" timeOffset="155723.41">8850 3513 99 0,'0'0'391'0,"-6"4"-76"0,6-4-78 0,0 0-56 16,0 0-40-16,0 3-29 0,-7 1-21 0,7-4-16 15,0 4-10-15,0-1-11 0,0-3-9 0,0 3-5 16,-7 2-3-16,7-5-2 0,0 3 0 0,0 1-4 16,0-4-5-16,-6 4-4 0,6-1-3 0,0-3-6 15,0 4-5-15,-7-4-4 0,7 3-2 0,0-3-4 16,0 0-15-16,0 0-19 0,0 0-24 0,0 0-29 15,0 0-31-15,0 0-31 0,0 0-34 0,0 0-39 16,0 0-49-16,0 0-80 0,0 0-37 0</inkml:trace>
  <inkml:trace contextRef="#ctx0" brushRef="#br0" timeOffset="156114.66">9059 3246 305 0,'0'0'246'0,"0"0"-62"16,0 3-51-16,-7 1-35 0,7-1-25 0,0 1-15 16,0 3-9-16,0 4-5 0,0 0 2 0,0 1 0 15,-7 2 1-15,7 9 0 0,0-2 0 16,0 1-1-16,0 7-5 0,0 4-4 0,-6 0-4 16,6 0-4-16,0 4-4 0,0 4-4 0,-7-4-3 15,7 2-4-15,0-2 0 0,-6 0-6 0,6 2-2 16,-6-2-4-16,6 4-1 0,0-8 0 0,-8 0-1 15,8 0 1-15,0-5-2 0,-7 1-8 0,7-2-16 16,0-5-21-16,-5-4-25 0,5-3-28 0,0-1-32 16,0-6-37-16,-6 3-51 0,6-7-60 0,0 4-56 15</inkml:trace>
  <inkml:trace contextRef="#ctx0" brushRef="#br0" timeOffset="156399.62">9156 3979 70 0,'6'2'55'0,"8"2"-15"0,-8 0-7 16,1 0 0-16,6-4 0 0,-7 0 4 0,1-4 5 15,-1 4 7-15,-1-8 6 0,4 6 3 0,-3-3 8 16,-1 2 9-16,-5-4 14 0,0 3 15 0,0 0 13 15,0 1 11-15,0-1 6 0,-5 0 4 16,5 1 4-16,-6 3-3 0,6-4-9 0,-9 0-12 16,4 4-15-16,-8-3-19 15,7 3-13-15,-1 3-14 0,-6-3-30 0,1 4-40 0,-2 3-52 0,1-3-61 16,-6 3-63-16,6 4-102 0,-13-4-121 0,6 8-64 16,0-4-24-16</inkml:trace>
  <inkml:trace contextRef="#ctx0" brushRef="#br0" timeOffset="161107.54">6563 2864 55 0,'0'0'117'0,"0"0"-27"0,0 0-15 15,0 0-5-15,0 0 0 0,0 0 5 0,0 0 3 16,0 0 3-16,0 0-1 0,0 0 1 0,0 0-1 16,0 0-1-16,0 0 0 0,0 0-1 0,0 0-3 15,0 0-2-15,0 0-5 0,0 0-2 0,0 0-5 16,0 0-2-16,0 0-3 0,0 0-2 0,0 4-3 15,0-4 0-15,0 0 0 0,0 0 0 0,0 0 3 16,0 0 0-16,0 0 0 0,0 0-1 0,0 0-2 16,0 0 0-16,0 0-2 0,0 0-2 0,0 0-4 15,0 0-2-15,0 0-1 0,0 0 1 0,0 3-1 16,6-3 0-16,-6 4-1 0,0-4 0 0,0 4 6 16,0-4 8-16,0 0 7 0,0 4 7 15,0 0 0-15,7-1-3 0,-7 5-2 0,0-1-6 16,0 0-9-16,0 4-13 0,0-3-11 0,0 2-14 15,6 5-3-15,-6 0-4 0,0-1 0 0,0 5 0 16,7-2-1-16,-7 2 0 0,0 3-1 0,7-3 0 16,-7-2 0-16,6 6 1 0,-6-5 0 0,6 0-1 15,-6 1 0-15,7-1-1 0,-7-3 0 16,7-5 1-16,-7 5-2 0,6-3 0 0,-6-5 1 16,6 3 2-16,-6-1-1 0,0-6 0 0,0 4 1 15,7-3 1-15,-7-1-1 0,0 0 0 0,0-3 1 16,0 0-1-16,0 5 1 0,0-1 0 0,0-4 1 15,0 0 1-15,0 0 12 0,0 0 16 0,0 0 10 16,0 0 12-16,0 0 9 0,0 0 4 0,0 0 5 16,0 0 1-16,0 0-11 0,0 0-15 0,0 0-9 15,0 0-14-15,0 0-10 0,0 0-3 0,0 0-4 16,0 0-3-16,0 0-1 0,0 0-2 0,0 0-1 16,0 0-1-16,0 0 1 0,0 0-1 0,0 0 1 15,0 0-2-15,0 0-10 0,0 0-21 0,0 0-30 16,0 0-35-16,0-4-36 0,0-1-40 15,-7 2-36-15,7 0-36 0,0-1-32 0,-6 4-23 16,6-4-13-16,-6 4-16 0,-1 0-41 0,-6 4-72 16,7-4-24-16</inkml:trace>
  <inkml:trace contextRef="#ctx0" brushRef="#br0" timeOffset="161799.94">6543 3315 182 0,'0'0'278'0,"0"0"-59"0,0 0-38 0,0 0-28 15,0 0-19-15,0 0-14 0,0 0-13 0,0 0-12 16,0-3-13-16,0 3-9 0,0 0-10 0,0 0-3 16,7 0-1-16,-7 3 2 15,0-3 4-15,0 0 9 0,0 0 12 0,6 4 13 0,-6-4 15 16,0 4 7-16,7-4 1 0,-7 3 3 0,0 1-1 0,6-4-6 16,1 8-9-16,-7-5-16 0,6 1-15 0,-6 3-14 15,7 0-10-15,-7 1-11 0,7-1-11 16,-7 0-11-16,6 0-6 0,0 4-4 0,-6 0-4 0,7 1-5 15,0-2-2-15,-7 5 0 0,6-3 0 16,-6 2 1-16,6-3-2 0,-6 3 0 0,7-3 0 16,-7-3 1-16,5 3 2 0,-5-5-2 0,0 2 0 15,8 0-1-15,-8-5 1 0,0 1 1 0,7-4 1 16,-7 3 0-16,0-3 0 0,0 4-1 0,0-4-1 16,0 0 4-16,0 0 0 0,0 0-1 0,0 0 5 15,0 0 4-15,0-4 3 0,0 4 7 0,5-3 5 16,-5-1 1-16,0 4 0 0,0-7 3 0,0 0-5 15,7-1-3-15,-7 1-2 0,0-4-3 16,8 0-2-16,-8 4-1 0,0-4 3 0,6 0 2 16,-6 0 5-16,0 0 4 0,6 3 3 0,-6-3 0 15,6 1 2-15,-6-2 0 0,7 1-3 0,0 4-5 16,-7-4-3-16,6 4-4 0,-6-4-4 0,7 3 1 16,-7-2-2-16,6 3-1 0,-6-5 0 0,6 1 3 15,-6 5 0-15,8-2-1 0,-8-4 6 0,6 5 0 16,-6 0 1-16,0 4 5 0,0-2 2 0,0 1 5 15,0 1 4-15,0-1-3 0,5 1-1 0,-5 3-2 16,0-4-3-16,0 4-6 0,0 0-3 0,0 0-5 16,0-3-3-16,0 3-5 0,0 0-1 15,0 0-2-15,0 0-1 0,0 0-1 0,0 0 0 16,0 0-13-16,-5 0-31 0,5 0-58 0,-6 0-73 16,-2 0-83-16,-4-4-89 0,5 8-97 0,-6-4-145 15,-6 7-108-15,5 0-35 0,-5 0 25 0</inkml:trace>
  <inkml:trace contextRef="#ctx0" brushRef="#br0" timeOffset="164556.91">7977 2616 41 0,'-7'-4'64'0,"7"4"-22"16,0-4-12-16,-6 1-5 0,6-1-2 0,0 4 3 16,-6-4 1-16,6 0 3 0,0 1 5 0,0-2 4 15,0 3 4-15,-8-2 4 0,8 1 6 0,0 3 3 16,0-5 6-16,0 2 3 0,0 3 4 0,0-4 0 16,0 4 1-16,0 0-1 0,0 0-3 0,0 0-4 15,0 0-6-15,0 4-6 0,0-1-3 16,0 2-4-16,0 2-2 0,0 3-3 0,0 2 0 0,0 5-1 15,8 2-2-15,-8 7-1 0,0-1-5 0,6 4-4 16,-6 5-5-16,6-1-4 0,1 0-5 0,-7 3-4 16,6 1-2-16,1 0-2 0,-7-5-1 0,6 1 0 15,-6-4-2-15,7-2-1 0,-7-6-3 16,6-2-8-16,-6-5-13 0,0-3-19 0,7-3-23 16,-7-5-25-16,0 1-23 0,0-8-22 0,0-3-23 15,0-1-17-15,-7-7-22 0,7 1-23 0,-6-1-37 16</inkml:trace>
  <inkml:trace contextRef="#ctx0" brushRef="#br0" timeOffset="165313.54">7846 2510 152 0,'0'-4'199'0,"0"4"-57"0,-6-5-42 0,6 2-28 16,0 3-16-16,0 0-13 0,0-3-9 0,6 3-6 16,1-4-2-16,-1 0-3 0,8 1 1 0,-2 0 1 15,2-6 4-15,5 6 2 0,-6-2-1 0,14 3-3 16,-8-2-5-16,0 1-4 0,7-1-2 16,1 0-3-16,-2 0-3 0,1 0-1 0,6 4-1 15,1-4-2-15,1 4-1 0,-2-2 0 0,7 2-2 16,0-5-1-16,7 3-1 0,-1-3 0 0,1 2-1 15,6-1 1-15,0-4-1 0,0 1 0 16,1-3 0-16,-2 1 1 0,2-1-1 0,-1 0 1 16,0-2 0-16,-6 1 0 0,6-4 1 0,-8 5-1 15,3-5-1-15,-3 3 1 0,-4 3-1 0,0-8 2 16,-1 7-1-16,0 0 1 0,-7 1-1 0,-6 2-1 16,1 0 1-16,-1 4-1 0,-6-1 0 0,-1 0-1 15,-6 4-1-15,6 0 1 0,-5 0 1 0,-8 0 0 16,7 4 0-16,-6 0 0 0,-1-4 0 0,-1 3 0 15,9 1 0-15,-7-1 0 0,-7 1 0 0,7-1 0 16,-1 6 1-16,0-6 0 0,2 0 0 0,-2 5 1 16,0-2 2-16,0 3 0 0,-6-1 1 0,7 1 1 15,0-1 0-15,-7 4-1 0,6-3 1 16,-6 3-1-16,7 3 0 0,-7-1-1 0,6 5-1 16,0-4-1-16,-6 6 0 0,0-3-1 0,8 5 1 15,-8-2-1-15,6 5 0 0,-6 0-1 0,6 4 1 16,0-5 0-16,2 4 0 0,-2 0-1 0,0 4 0 15,1-3 0-15,6 3 0 0,-6 0 0 0,5-1 0 16,-6 1 0-16,8 0-1 0,-1-3 0 0,0-1 0 16,-6 0 1-16,5-4 0 0,-5-2 0 0,0-2 1 15,-1-2 0-15,-6 0-1 0,6-1 0 0,-6-3 1 16,0-1 0-16,0 1 0 0,-6-1-1 16,0-3-1-16,6-3 1 0,-14 3 1 0,8-5 0 15,-7 3 0-15,0-1 1 0,0-2 14 0,-7-2 12 16,1 0 13-16,-1-1 8 0,-6 1 12 0,6 0 9 15,-12-4 5-15,7 4 6 0,-15-4-5 0,7 2-7 16,-12 3-7-16,-1-2-8 0,1 1-11 0,-8-1-8 16,1 9 1-16,-7-5 4 0,1 0-1 0,-1 0-3 15,-1 4-1-15,-4 0-2 0,-2 4 1 0,-4-4-1 16,5 4-9-16,-7-4-10 0,7 0-7 16,0 0-1-16,6 0-5 0,-7-4-13 0,8 0-46 15,5-7-66-15,-5 0-90 0,7-7-151 0,-2 0-89 16,1-4-45-16,13-7-30 0</inkml:trace>
  <inkml:trace contextRef="#ctx0" brushRef="#br0" timeOffset="178988.9">8523 4117 15 0,'0'0'24'0,"0"0"-10"0,0 0-4 0,0 0 0 15,0 0 3-15,0 0 6 0,0 0 3 0,0 0 5 16,0 0 3-16,0 0 6 0,0 0 3 0,0 0 2 15,0 0 1-15,0 0 1 0,0 0 1 0,0 0 3 16,0 0 2-16,0 0 2 0,0 0 2 0,0 0-1 16,0 0-1-16,0 0-2 0,0 0-1 0,-5 0-2 15,5 0 1-15,0 0-3 0,0 0 1 0,0 0 0 16,0 0-2-16,0 0-3 0,0 0-2 16,-7 0-3-16,7 0-4 0,0 0-5 0,0 0-6 15,0 0-3-15,0 0-4 0,0 0-2 0,0 0-2 16,0 0-2-16,0 4-2 0,0-4-1 0,0 0-1 0,0 0-2 15,0 0-1-15,0 0 0 0,0 0 0 16,0 0 0-16,0 0 0 0,0 0 0 0,7-4 0 16,-7 4 1-16,0 0-1 0,5 0 0 0,-5 0 0 15,0 0 0-15,7 0-1 0,-7 0 0 0,7 0 1 16,-7 0 0-16,7 0 0 0,-7 0 0 0,6 0 0 16,-6 4 0-16,6-4 0 0,-6 0 0 0,8 0 0 15,-8 0 0-15,0 4 0 0,0-4 1 0,0 0 0 16,0 0 0-16,0 0 1 0,0 0 0 0,0 4 1 15,0-4 0-15,0 3-1 0,-8 2 4 0,8-3 4 16,-6 5 2-16,6-3 1 0,-6 0 1 16,6 4 0-16,-7-4 1 0,7 3 0 0,-7-5-2 15,7-2-3-15,0 5-4 0,-7-2-2 0,7-3-2 16,0 4 0-16,0-4-1 0,0 4-1 0,7-4 0 16,-7 4-1-16,0-4 0 0,7 0 0 15,-7 0 0-15,7 3 0 0,-1-3 1 0,-6 0 0 16,14 0 0-16,-8 0 0 0,-6 0 0 0,6 0 1 15,1 0 0-15,-1 0-1 0,1 0 0 0,-7 0 0 16,6 0 0-16,-6 0 0 0,7 0 0 0,-7 0 1 16,0 0-1-16,0 0 2 0,0 4 0 0,0-4 0 15,0 0-1-15,0 3-1 0,0 1 2 0,-7 0 0 16,1 4-2-16,6-5 1 0,-7 0 0 0,7 5 0 16,-6-5 0-16,6 1 1 0,-7 0-2 0,7 3 0 15,-6-3 1-15,6-1-1 0,0 1 0 0,0-1-1 16,-6 1 0-16,6 0 1 0,6-4 0 0,-6 4-1 15,0-4 0-15,0 3-1 0,6-3 2 0,1 0 0 16,-1 4 0-16,-6-4-1 0,7 0 0 16,-1-4 1-16,1 4 0 0,-2 0-1 0,-5 0 0 15,7 0 1-15,1 0-1 0,-8 0 1 0,5 0 0 16,-5 0 1-16,0 0-1 0,0 0 1 0,7 0 0 16,-7 0 2-16,0 0 9 0,0 0 8 0,0 0 6 15,0 4 4-15,-7-4 2 0,7 3 2 0,0 1 1 16,0-1-2-16,-5 1-6 0,5 0-9 0,-8 0-6 15,8-1-4-15,-7 2-3 0,7-2-15 0,-5 1-23 16,5-2-36-16,-7-2-41 0,1 5-48 0,-1-5-73 16,7 3-116-16,-6-3-63 0,-1-3-25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0-09-26T13:07:24.5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844 17165 0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2T16:16:25.1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 1120,'10'0'1064,"12"-6"-1008,-11 0-336,10 6-456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2T16:30:55.5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 80,'129'-12'540,"157"6"0,-229 6-477,52 2-36,128 19 1,-185-14-739,-50-7 344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2T16:40:54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2T16:40:58.9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3-02-26T16:02:00.4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11157 6524 14 0,'-7'-4'10'0,"7"1"-2"0,-6-1-2 0,6 1-2 15,0-1 0-15,-7 1-1 0,7-1-4 0,0 0-5 16,0 0-7-16,-7-3-2 0</inkml:trace>
  <inkml:trace contextRef="#ctx0" brushRef="#br0" timeOffset="-39840.03">20904 15071 54 0,'0'0'42'16,"0"0"-16"-16,7 0-16 0,-7 0-9 0,7 0-8 16,-1 0 0-16,1 0 5 0,-7 0 4 0,6 0 5 15,-6 0 7-15,0 0 7 0,0 0 5 0,0 0 4 16,0 0-1-16,0 0-3 0,5 0-6 0,-5 0-1 15,0 0 0-15,0 0 1 0,0 0 0 0,0 0 0 16,0 0-2-16,0 0 0 0,0 0-1 0,0 0-2 16,0 0 0-16,0 0-2 0,0 0-1 0,0 0-2 15,0 0-2-15,0 0-5 0,0 0 0 0,0 0-2 16,0 0 0-16,0 0-1 0,0 0 0 16,0 0-1-16,0 0 2 0,0 0 2 0,0 0-2 15,0 0 1-15,0 0-1 0,0 0 0 0,0 0-1 16,0 0 0-16,0 0 0 0,0 0 0 0,0 0 0 15,9 0 0-15,-9 0-1 0,6 0-1 16,-6 0 1-16,0 0 1 0,0 0 0 0,0 0 0 0,5 0 0 16,-5 0-1-16,0 0 2 0,7 0 0 15,-7 0 0-15,0 0-1 0,7 0 2 0,-7 0 0 16,7 0-1-16,-7 0-1 0,6 0 0 0,-6 0 0 16,7 0 0-16,-7 0 0 0,0 0-3 0,6 0 1 15,-6 0 1-15,0 0 3 0,0 0 3 0,0 0 5 16,0 0 4-16,0 0 4 0,0 0 0 0,0 0 3 15,0 0 2-15,0 0-1 0,0 0-4 0,0 0-4 16,0 0-2-16,0 0-4 0,0 0-1 0,7 0-3 16,-7 0-3-16,0 0 0 0,0 0 0 0,0 0-1 15,0 0 0-15,0 0 0 0,0 0 0 16,0 0 0-16,0 0 2 0,0 0-1 0,0 0-1 0,7 0 0 16,-7 0 0-16,6 0 0 0,-6 0 0 15,6 0 0-15,-6 0-1 0,0 0 1 0,6 0 0 16,-6 0 0-16,0 0 0 0,0 0 0 0,0 0 0 15,0 0 0-15,0 0 0 0,0 0 0 0,0 0 0 16,0 0 2-16,0 0 5 0,0 0 5 0,0 0 6 16,0 0 6-16,0 0 7 0,0 0 6 0,0 0 5 15,0 0 3-15,0 0-1 0,0 0-3 0,0 0-2 16,0 0-4-16,0 0-5 0,0 0-4 0,0 0-4 16,0 0-5-16,0 0-3 0,0 0-2 0,0 0-2 15,0 0-2-15,0 0-1 0,0 0 0 0,0 4-1 16,0-4 0-16,0 0-1 0,0 0 1 0,0 4-1 15,0-4 0-15,0 0-2 0,0 4 0 16,0-1-2-16,8 1 1 0,-8-1 1 0,0 4 1 16,6-3 0-16,-6 0 0 0,6 0 2 0,-6 3 0 15,0 0 1-15,7 0-2 0,-1 1-2 0,0 3-1 16,2-5 0-16,-2 2-1 0,-6 1 1 0,5 0-2 16,-5-1 0-16,8 0 0 0,-8-1 0 15,0-3 0-15,7 3-1 0,-7-4 0 0,6 5 0 16,-6-4 0-16,0-1 1 0,6 1 0 0,-6-1 0 15,0 2 1-15,0-5-1 0,0 0-1 0,0 2-1 16,7-2-5-16,-7 0-8 0,0 0-11 0,0 0-16 16,7 0-21-16,-7 0-25 0,6-2-29 0,-6 2-41 15,0-5-73-15,0 2-73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3-02-26T16:09:20.0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7369 7081 51 0,'-5'0'69'0,"-1"0"-15"0,6 4-8 16,0-4-1-16,0 0-2 0,0 0-4 0,0 0-4 15,0 0-6-15,6 0-5 0,-1 0 2 0,4 0 3 16,-3 0-1-16,-1 0 0 0,-5 0 2 0,0 0 1 16,8 0 0-16,-8 0-1 0,6 0-8 0,-6 0-8 15,7 0-6-15,0-4-15 0,-1 4-26 0,0 0-33 16,1 0-90-16,-7 0-92 0</inkml:trace>
  <inkml:trace contextRef="#ctx0" brushRef="#br0" timeOffset="1737.04">5631 15463 23 0,'-6'0'19'16,"6"0"-8"-16,-7 0-4 0,7 0-3 0,-7 0-1 16,7 0-1-16,-6 0-1 0,6 0 0 0,0 0 1 15,0 4 6-15,-6-4 2 0,6 0 4 16,0 0 1-16,0 0 5 0,0 0 2 0,-7 0 5 0,7 0 7 15,0 0-1-15,0 0 6 0,-7 0 5 0,7 0 4 16,0 0 5-16,0-4-1 0,-6 4 1 0,6 0-3 16,-7 0-4-16,7 0-7 0,-6 0-5 0,6 0-7 15,0 0-6-15,-6 0-7 0,6 0-4 0,-8 0-4 16,8 0 0-16,0 0-3 0,0 0 0 0,-6 0 0 16,6 0 1-16,0 4 2 0,-6-4-1 0,6 0 1 15,0 0 0-15,0 0 0 0,0 3-2 0,-6-3-3 16,6 0 1-16,-7 0 0 0,7 0 0 15,-7 5-1-15,7-5 0 0,0 0 0 0,-6 3 0 16,-1-3 4-16,7 0-4 0,-6 0 1 0,-1 4-1 16,7-4-1-16,-7 0 0 0,1 0 1 0,6 0 0 15,-6 2-1-15,6-2 0 0,-6 0 1 0,6 6 0 16,-8-6 0-16,8 0 1 0,-6 0-1 0,0 2 0 16,6-2 0-16,-7 0 0 0,1 0-1 0,6 4 0 15,0-4 0-15,-7 0 1 0,7 4 0 0,-8-4 1 16,8 0-1-16,0 0 1 0,-5 4-1 0,5-4 1 15,-6 0-1-15,6 0 0 0,0 0 0 16,-9 3-1-16,9-3 0 0,0 0-1 0,0 0 1 16,0 0 0-16,0 4 0 0,0-4 0 0,0 0 0 15,-5 0-1-15,5 4 1 0,-6-4 0 0,6 4 0 16,0-4 0-16,0 0 0 0,0 0 0 0,0 0 0 16,0 2 1-16,-6-2-1 0,6 0 1 0,0 5 0 15,0-5-1-15,0 0 0 0,-7 0 0 16,7 0 0-16,0 0 0 0,0 0 0 0,0 0 0 15,0 0-1-15,0 0 1 0,0 0 0 0,0 0 0 16,0 0 0-16,0 0 0 0,0 0 1 0,0 0-1 16,0 0 0-16,0 0 0 0,0 0-1 0,0 0 0 15,0 0 0-15,0 0 1 0,0 0-1 0,0 0 0 16,0 0 0-16,0 0 0 0,0 0-2 0,0 0-4 16,0 0-10-16,0 0-14 0,0 0-20 0,0 0-23 15,0 0-43-15,-7-5-73 0,1 3-77 0</inkml:trace>
  <inkml:trace contextRef="#ctx0" brushRef="#br0" timeOffset="6170.3">2307 10668 47 0,'-6'0'47'0,"-7"0"-9"0,0 0-5 0,7 4-2 15,-7-4 2-15,-1 0 2 0,8 0 0 0,-1 0 1 16,1 0 0-16,-1 0 4 0,0 0 2 0,2 0 2 15,5 0 2-15,-7 0-1 0,1 0-1 0,6 0 1 16,-7 0-1-16,7 0-1 0,0 0-1 0,-7 0-1 0,7 0-3 16,0 0-2-16,0 0-4 0,0 0-4 15,0 0-3-15,0 0-5 0,0 0-3 0,0 0-3 16,0 0-2-16,0 0-3 0,0 0-2 0,0 0 2 0,0 0 2 16,0 0 2-16,0 0 4 0,0 0 3 0,0 0 6 15,0 0 1-15,0 0 4 0,0 0-1 16,0 0 0-16,0 0-3 0,0 0-2 0,7 0-4 0,-7 0-2 15,0 0-3-15,7 0 0 0,-7 0-1 0,6 3-2 16,1-3-1-16,-7 0 2 0,5 0-3 0,2 4 2 16,0-4 6-16,-1 0 1 0,7 0 1 0,-5 0 1 15,-2 3 0-15,0-3-1 0,7 0 0 0,-6 0-3 16,-1 4-9-16,1-4-3 0,-1 0-1 0,0 0-3 16,2 0-1-16,-2 0-1 0,7 0 2 0,-13 3-1 15,6-3-1-15,7 0 0 0,-7 0 0 0,1 4-2 16,0-4 2-16,6 0 1 0,1 0-1 0,-8 4 1 0,6-4 2 15,2 4 0-15,-8-1 0 0,6-3 1 16,3 0-2-16,-10 0 0 0,8 4-1 0,1-4 0 0,-1 0-2 16,0 4 0-16,0-4 0 0,0 3 1 15,0-3 1-15,0 3-1 0,7-3 0 0,-15 5 0 16,16-5 2-16,-15 0-1 0,7 4 0 0,-6-4-1 16,6 0 0-16,0 0 0 0,-6 3 0 0,4-3-1 15,4 0 1-15,-3 0-1 0,1 3 1 0,1-3 0 16,-8 0 1-16,7 0-1 0,0 4 1 0,7-4 0 15,-7 0-3-15,-2 0 1 0,4 0 0 0,-3 0 1 16,2 0-1-16,-1 0 1 0,0 0 0 0,0 0 0 16,-1 0 1-16,2 4 1 0,-1-4-2 0,-1 0 1 15,2 0-1-15,-1 3 0 0,0-3 0 16,0 0 0-16,0 0 0 0,0 5 0 0,0-5 0 0,0 0-1 16,1 3 1-16,-3-3 1 0,3 0 0 15,-1 0 1-15,0 0-2 0,1 4 2 0,-2-4-1 16,-5 0 1-16,6 0-2 0,0 4 0 0,-1-4 0 15,2 0-2-15,0 0 1 0,-2 0 0 0,1 0 0 16,0 0 1-16,0 0 0 0,1 0 0 0,3 4 1 16,-2-4 1-16,4 0-2 0,1 0 0 0,-8 0 1 15,8 0 0-15,0 0 0 0,-1 0 0 16,-5 0-1-16,5 0 0 0,1 0 0 0,-1 0 0 16,-6 0 0-16,13 0-1 0,-6-4 0 0,-1 4 1 15,7 0 0-15,-6 0 0 0,-1-4 0 0,1 4 0 16,6 0 1-16,-6 0 0 0,-1 0-1 0,1 0 0 15,6 0 0-15,-7 0-1 0,7 0 1 0,-6 0 0 16,0 0 0-16,-1 0 0 0,1 0 0 0,0 0 0 16,-1 0 0-16,7 0 1 0,-6 0 0 15,-1 0-1-15,1 0 0 0,0 0 0 0,-2 0 0 16,2 0 0-16,0 0 0 0,-1-4-1 0,1 4 1 16,-7 0 0-16,7 0 0 0,-1 0 0 0,0 0 0 15,1 0 1-15,-1 0-1 0,-5 0 0 0,-2 0 0 16,8 0 1-16,0 0 0 0,-1 0-1 0,1-3 1 15,0 3-1-15,-1 0 1 0,-6-5 0 0,6 5-1 16,-6 0 1-16,0 0-3 0,7 0 2 0,-7 0 0 16,7 0 1-16,-7 0-1 0,0 0 0 0,0 0 1 15,0 0-1-15,-1 0 0 0,2 0 2 0,-1 0-2 16,0 0 0-16,0 0 0 0,0 0-1 0,1 0 0 16,-2 0 1-16,1 0 0 0,0 0-1 15,-1 0 0-15,3 0 0 0,-3 0 1 0,2 0 1 16,-2 0-1-16,1 0 0 0,1 0 1 0,-3 0 0 15,4 0-1-15,-3 0 1 0,2 0 0 0,-1 0 0 16,-7 0-1-16,7 0 1 0,-6 0 0 0,-1 0-1 16,0 0 0-16,2 0-1 0,-2 0 1 0,0 0 0 15,1 0 0-15,-1 0 1 0,-6 0-1 0,6 0 1 16,1 0 0-16,0 0-1 0,-2 0 0 0,2 0 0 16,-7 0 0-16,0 5-1 0,8-5 1 0,-8 0 0 15,6 0 0-15,-6 0 1 0,0 0-1 16,0 0 0-16,0 0 0 0,0 0 0 0,0 0 0 0,0 0 2 15,0 0-1-15,0 0-1 0,0 0 1 16,0 0-1-16,0 0 0 0,0 0 0 0,0 0 0 16,0 0 0-16,0 0 0 0,0 0 3 0,0 0-2 15,0 0 0-15,0 0-1 0,0 0 0 0,0 0 1 16,0 0 0-16,0 0 1 0,0 0-2 0,0 3 3 16,0-3 3-16,0 0 2 0,0 0 3 0,0 0-1 15,0 0 2-15,0 0-1 0,0 0-1 16,0 4-1-16,0-4-1 0,0 0-2 0,0 0-1 15,0 0-2-15,0 0-1 0,0 0 0 0,0 0-1 16,0 0 0-16,0 0-1 0,0 0 1 0,0 0-1 16,0 0 0-16,0 0 0 0,0 0 0 0,0 0 0 15,0 0 1-15,0 0 0 0,0 0-1 0,0 0 0 16,0 4 1-16,0-4 0 0,0 0-1 0,0 0-4 16,0 0 2-16,0 0 2 0,0 0 0 0,0 0 0 15,0 0 1-15,0 0-1 0,0 0 1 0,0 0 3 16,6 0-2-16,-6 0 0 0,0 0-1 0,0 0-1 15,0 0 0-15,0 0 1 0,0 0 1 16,0 0 7-16,0 4 7 0,0-4 7 0,0 0 11 16,0 0 9-16,0 0 9 0,-6 3 12 0,6-3 9 15,0 0 2-15,0 0 4 0,0 3-3 0,-6-3 2 16,6 0-2-16,-8 0-4 0,8 0-6 0,0 0-9 16,-7 0-7-16,2 4-10 0,-2-4-5 0,7 0-11 15,-13 0-7-15,7 4-6 0,-1-4-4 0,1 0 0 16,0 0-4-16,-2 3 0 0,2-3-1 0,0 0 0 15,-1 0-1-15,0 0-19 0,1 0-31 0,-7 0-40 16,0 0-51-16,-1-3-53 0,-6 3-54 0,2-4-61 16,-8 0-103-16,0 4-88 0,-7-3-27 15</inkml:trace>
  <inkml:trace contextRef="#ctx0" brushRef="#br0" timeOffset="6882.35">2041 10718 1 0,'0'0'140'0,"0"5"-50"0,0-5-36 0,0 0-26 16,0 4-34-16,-7-1-69 0,0 4-109 0</inkml:trace>
  <inkml:trace contextRef="#ctx0" brushRef="#br0" timeOffset="20520.87">20969 11473 17 0,'-27'-10'18'0,"9"2"-5"15,-8 1-7-15,0 1-5 0,5-6-1 0,2 4-2 16,0-3-2-16,-7 0 0 0,7 0-2 0,-1 1 0 15,0-1 0-15,1 0-1 0,-1 0-6 0</inkml:trace>
  <inkml:trace contextRef="#ctx0" brushRef="#br0" timeOffset="54713.71">2848 10764 16 0,'0'0'26'0,"8"0"-5"15,-2 0-1-15,-6 0-4 0,6 0-3 16,-6 0 1-16,7 0 0 0,-1 0 0 0,-6 0 6 0,0 0 5 15,7 0 6-15,-7 0 5 0,6 0 3 16,-6 0 0-16,0 0 1 0,0-4 0 0,0 4-2 16,0 0-3-16,0 0-4 0,0 0-2 0,0 0-3 15,0 0-1-15,0 0-2 0,0 0-1 0,0 0-2 16,0 0 0-16,0 0-3 0,0 0-2 0,0 4-2 16,0-4-2-16,0 0-2 0,0 0-2 15,0 0 0-15,0 0-1 0,0 0 0 0,0 0-1 16,0 0 1-16,0 0-1 0,0 0 1 0,0 0 0 0,0 0-4 15,0 0 0-15,0 0-1 0,0 0-2 16,0 0-1-16,0 0 2 0,0 0-1 0,0 0 0 16,-6 0 0-16,6 3 0 0,0-3 1 0,0 0 0 15,0 0-2-15,0 0-5 0,0 0-8 0,0 0-10 16,0 3-14-16,0-3-14 0,0 0-17 0,0 0-19 16,-7 0-30-16,7 0-52 0</inkml:trace>
  <inkml:trace contextRef="#ctx0" brushRef="#br0" timeOffset="56827.11">11183 9085 40 0,'0'0'38'0,"0"-3"-14"15,0-1-13-15,0 4-12 0,0-4-14 0,0 4-16 16,0-4-20-16</inkml:trace>
  <inkml:trace contextRef="#ctx0" brushRef="#br0" timeOffset="59219.99">10824 9126 48 0,'0'0'65'0,"0"0"-20"16,0 0-12-16,0 0-6 0,0 0 0 0,0 0 0 16,0 0 2-16,0 0 5 0,0 0 5 0,0 0 5 15,0 0 6-15,0 0 5 0,0 0 4 0,0 0 6 16,-6 0 4-16,6 0 4 0,0 0 2 0,-6 0 1 16,6 0 0-16,0 0-2 0,0 0-6 0,0 2-4 15,0-2-6-15,0 0-9 0,-8 5-10 0,8-5-7 16,0 0-9-16,0 3-6 0,8-3-6 15,-8 4-4-15,6-4-1 0,0 4-2 0,1-1 1 16,5-3 0-16,2 4 1 0,6 0 1 0,6-1 2 16,-7 1 3-16,7-4-1 0,-1 3 0 0,15 1 1 15,-8 1-1-15,7-5 0 0,7 2-2 0,0 3-2 16,6-2-1-16,0-3 0 0,7 4-2 0,0-4-2 16,6 3-1-16,6-3 2 0,1 4-1 0,6-4-1 15,7 4 0-15,0-4-1 0,0 0 0 16,6 4 0-16,6-4 0 0,-6 3 0 0,7 1 0 15,-7-4 0-15,1 0 0 0,-2 3 1 0,-4-3 0 0,-8 5 0 16,6-3 1-16,-11-2 0 0,-2 0-2 16,-6 4 0-16,0 0 0 0,-14-4 0 0,9 0 0 15,-14 4 0-15,-2-4-1 0,3 0 1 0,-8 0 1 16,-6 3-1-16,-1-3 1 0,-6 0-1 0,7 0 0 16,-13 0 2-16,5 0 0 0,-11 0-1 0,-2 0 6 15,2 0 8-15,-8 0 8 0,0 0 9 16,1 0 8-16,-7 0 7 0,0 0 8 0,7 0 8 15,-7 0 3-15,0 0 1 0,0 0 3 0,0 0 2 16,0 0 1-16,-7 4 1 0,7-4-1 0,0 0-4 16,-7 0-6-16,1 0-6 0,6 0-10 0,-6 0-9 15,0 0-8-15,-2 0-9 0,8 0-8 0,-6 0-28 16,0-4-53-16,-8 4-84 0,-5-3-110 0,-7 3-160 16,-7-4-91-16,-19 0-50 0,-19 0-27 0</inkml:trace>
  <inkml:trace contextRef="#ctx0" brushRef="#br0" timeOffset="65472.1">12245 5425 7 0,'6'-4'34'0,"1"1"1"0,6-1 1 0,-7 4 3 0,1-3-7 16,-7 3-8-16,6-4-3 0,1 1-1 0,0 3 0 16,-1-4 2-16,0-1 1 0,-6 2 0 0,0 0-2 15,7-1 2-15,-7 0-1 0,6 1 0 0,-6 0 1 16,0-2 1-16,7 1 1 0,-7 1 1 0,0-1 0 16,0 1 2-16,0-1 4 0,0 4 1 0,0-3 4 15,0-1 1-15,0 0 3 0,0 4 5 16,0-4 0-16,0 1 1 0,0-2 0 0,0 3 0 15,0 2-2-15,0-5-3 0,0 5-2 0,-7-2-3 16,7 2 0-16,0-4 2 0,0 4 1 0,0-4 2 16,0 4 4-16,0-4 3 0,-6 4 2 0,6-4 3 15,0 4 2-15,0 0 3 0,0 0-1 0,0-4-1 16,-7 4-3-16,7 0-2 0,0 0-3 0,-6-3 0 16,6-1-3-16,-6 4-1 0,6-2 2 0,-7 2-1 15,7 0 2-15,0-5 4 0,-7 2 3 0,7 3 0 16,-6-4 1-16,6 4-1 0,-7-5 2 0,7 5 0 15,-6-3 0-15,-1 3 0 0,1 0-4 16,6 0-1-16,-7-3-1 0,1 3-1 0,0-4-1 16,-2 4-2-16,2 0-3 0,6 0-2 0,-7 0 0 15,1 0 3-15,0 0-2 0,-2 0-1 0,8 0-5 16,0 0-1-16,-6 0-2 0,6 0-3 16,-6 0-4-16,6 0-1 0,0 0-5 0,-6 0 0 0,6 0 0 15,0 0 0-15,-7 4 2 0,7-4-1 0,0 0 3 16,-7 0-1-16,7 0 2 0,0 0 0 15,0 3-1-15,-6-3-3 0,6 0 1 0,0 3-1 16,-6-3-3-16,-1 5-4 0,0-1-1 0,7 4-1 16,-6-6-4-16,6 5-2 0,-7-3-1 0,7 4-3 15,0 0-3-15,-6-1 2 0,6 3-1 0,-6 2-2 16,6-5 0-16,0 3 1 0,0-1-2 0,0-3 2 16,0 5 0-16,0 1 0 0,0-5-1 0,0 3 0 15,0-2 1-15,-8 4 1 0,8-5-1 16,0 3-1-16,0-2 0 0,8 3-1 0,-8-1 2 0,0 2 3 15,0-1-1-15,6-5 2 0,-6 6 3 0,6-1 2 16,-6 0 5-16,7-4 4 0,-1 7 6 16,1-2 4-16,0-1 1 0,-1 0-1 0,-6 0 2 15,6 0-3-15,1-1-2 0,0-1-6 0,-1 1-6 16,-6 1-4-16,6-3-4 0,0 2-1 0,2-3-4 16,-2 1 1-16,-6-1-1 0,6-3-6 0,1 4 2 15,-7 2 4-15,6-3 0 0,-6 1 2 16,8 0-2-16,-8-2 0 0,6 3 0 0,-6-3 6 0,6 2-2 15,-6-1-1-15,7 4-2 0,-1-4-2 0,-6 4 2 16,7-3-1-16,-1 3 2 0,1-5 3 16,-7 2-4-16,6 3-2 0,1-3 1 0,-7 2-2 15,7-3 1-15,-7 5 1 0,6-1-1 0,-6-3 1 16,6-1 0-16,-6 0 3 0,0 0-1 0,0 1 3 16,0-1-2-16,0 3-2 0,0-2 5 0,0 3-5 15,0-3-1-15,0 2-1 0,0 1 1 0,0-3-1 16,0 3 0-16,0-5 3 0,0 6-8 0,0-5 6 15,0 5-1-15,0-2-1 0,0 1 2 0,7-3 0 16,-7 3 0-16,6-5-1 0,-6 6 1 16,0-5-5-16,7 4 4 0,-7-4 1 0,6 0 0 15,-6 2 0-15,6-3 0 0,-6 2 0 0,7-4-1 16,-7 3 4-16,7 0-3 0,-7-2 1 0,0 1-2 16,7-2 1-16,-7 3 0 0,0-3 1 0,0 4 1 15,6-1 0-15,-6 0-1 0,0-4-1 0,6 5 3 16,-6-1-1-16,8 0-1 0,-8 4 0 0,0-3-1 15,6-1 0-15,-6 3 0 0,6-1 6 16,-6 1-4-16,0-2-1 0,6 3-1 0,1-1 0 16,-7 2 2-16,7-1-1 0,-1-4-3 0,1 4-5 0,-7-4 3 15,5 4 1-15,-5-3 3 0,7 3 0 0,-7-4 0 16,0 0-2-16,8 0 3 0,-8 5 3 16,5-4-3-16,-5-1 1 0,0 0-1 0,7 0-1 15,-7 1 0-15,6-1 2 0,-6 0-1 0,0 4-3 16,8 0-2-16,-8-4 3 0,6 5-1 0,-6-2 2 15,0-3 1-15,6 5 0 0,-6-2-1 0,0 2 2 16,0-5 2-16,0 4-3 0,7-4-1 0,-7 0 0 16,0 5 0-16,6-5 0 0,-6 3 2 0,0 2 1 15,0-5-2-15,0 4-3 0,0 0 3 0,0 0-1 16,0 0 0-16,0 1 0 0,0-3-2 0,0 3 2 16,0-1 1-16,0 0 2 0,0 4-3 15,0-4 3-15,0 0-2 0,-6 3 0 0,6-3-1 16,0 4-2-16,0-5 2 0,0 5 1 0,0 1 0 15,0-2-1-15,0-3 1 0,0 7 0 0,0-3-1 16,0 0 5-16,0 0-4 0,0-1 0 0,0 1-1 16,6-1-1-16,-6 1 0 0,0 0 1 0,7 3 0 15,-7-3-2-15,0 0 3 0,7 2-11 0,-7-3 6 16,6 5 5-16,-6-3 0 0,6 2 0 0,-6-4 0 16,0 4 0-16,0-3 0 0,0 0 10 0,0-1-7 15,0 1-2-15,0 3 0 0,0-3 0 16,0 0 1-16,0-1-2 0,0 1-1 0,0 0 1 15,0-1-1-15,0-3 0 0,6 4-1 0,-6-5-4 0,8 5 2 16,-8-4 2-16,0 4 0 0,0-4 1 16,0 4 2-16,0 0 0 0,0-1 0 0,0 1 6 15,0-1-3-15,0 1-1 0,0 0-1 0,0 0 0 16,0-1-2-16,0 1 0 0,0-1 0 0,0 1-1 16,0-1 1-16,0 1-1 0,0-1 1 0,6 1 0 15,-6 0 2-15,6 1-3 0,-6-2 0 0,0 1-1 16,7-1 0-16,-7 4 0 0,0-4 1 0,0 5 0 15,6-4-1-15,-6 3-1 0,7-3 2 0,-7 2-1 16,0 3 1-16,0-5 0 0,0 2 0 16,0-2 1-16,0 3 0 0,0-3 1 0,0-1 0 15,0 5 0-15,0-2 0 0,0-1 0 0,0 3-1 16,0-1-1-16,0 0-1 0,0 1 1 0,0-2 0 16,0 3-1-16,0-3-2 0,0 2 2 0,0-1 0 15,0 0-1-15,0 4 3 0,0-3 1 16,0-2-2-16,0 5 1 0,0-3 1 15,-7-1 2-15,7 1 0 0,-6 3-1 0,-1-4-2 0,7 0-1 16,0 1 0-16,-6-1 1 0,6 0 0 0,-6 1-1 0,-2 3-2 16,2-4 1-16,6 1-1 0,-6 3 1 0,6-5 1 15,-6 6-3-15,6-5 2 0,0 4-1 0,0-4 1 16,0 0 0-16,0 4 1 0,0-3-2 16,0 0 0-16,0 2 1 0,0 1-1 0,0-4 2 0,0 4 0 15,0-3-2-15,0 0 2 0,0 2 1 16,0-3 0-16,0 1 2 0,0-2 0 0,0 2-5 15,0-4 2-15,0 3 2 0,0-3-1 0,0 3 0 16,0-3-1-16,0 4-1 0,0-2-1 0,0 2 5 16,-7-5-2-16,7 4 0 0,0-2 0 0,-7 2-1 15,7-4 0-15,0 5-2 0,-6-2 4 16,6-2-2-16,-7 4 0 0,7-5-1 0,0 1 1 16,-6 4 1-16,6-5-1 0,-6 1 1 0,-2 3-1 15,8-3 0-15,-6-1 3 0,-1 5-2 0,7-5-3 16,-5 1 0-16,-3-1 2 0,8 6-1 0,-7-6 0 15,2 1-2-15,5 2 0 0,-7-2 3 0,7-1 1 16,-6 3 0-16,-1-8 1 0,7 11 2 0,0-6 0 16,-7 1-1-16,1-1-2 0,6 1 0 0,-6-1-1 15,6 1 0-15,-6-1-2 0,6 1 1 0,0-1-3 16,-8-2 2-16,8 3 2 0,-6-1-1 16,6-3 1-16,0 3 0 0,0 1 0 0,0 0 1 15,0-4 1-15,0 3 0 0,0 1-3 0,0-3 1 16,0 2 1-16,0-3-1 0,0 3 0 0,0 1 1 15,0-4-1-15,0 1-2 0,0 2 4 0,0-3-2 16,-6 0 1-16,6 3-1 0,-7-3 1 0,7 1 0 16,0 2 2-16,-7-3-1 0,7 4-3 0,-7-4 0 15,1 3 0-15,6-2-3 0,0-2 3 16,-6 1-1-16,6 4 2 0,-7-5 1 0,7 2 0 0,0-1 0 16,-6 0-1-16,6 0 4 0,-7 0-3 0,7-4-1 15,0 8 1-15,0-8-1 0,0 4-1 0,0 0 1 16,0 1 0-16,0-2-2 0,0 1 1 15,0 0 1-15,0 1-2 0,0-1 1 0,0 3 1 16,7-3 1-16,-7 3 1 0,6-2 0 0,-6 3 0 16,7-5-3-16,-1 5 0 0,-6-1-1 0,6-3 1 15,1 5 0-15,0-2-3 0,-7-2 3 0,7 2 0 16,-1-3 2-16,0 0 2 0,2-1 0 0,-8 2 2 16,12-5-4-16,-6 3 0 0,1 2 1 0,0-5-2 15,-1 3 0-15,6-1-2 0,-5 2-1 0,1-4-1 16,-3 0 4-16,2 1-1 0,-1-2-2 0,2-1 0 15,-2 2 2-15,0 0 0 0,-6-3 2 0,7 0-1 16,-7-1 0-16,6 1 0 0,-6-1 1 16,0 1-1-16,7-4 0 0,-7 3 2 0,0-3-12 15,7 4-30-15,-7-4-47 0,0 4-62 0,-7-4-75 16,7-4-80-16,-7 4-79 0,-6-4-95 0,1 1-100 16,-9-4-62-16,-4-4-4 0,-8 0 35 0</inkml:trace>
  <inkml:trace contextRef="#ctx0" brushRef="#br0" timeOffset="66549.85">11463 10854 86 0,'0'-3'117'0,"0"3"-5"0,0-3-1 0,0-2 5 16,-8 1-11-16,8 1-3 0,-5-4-1 0,5 3 4 0,-7 1 5 16,7 3 8-16,0-4 10 0,0 0 6 15,-6 0 3-15,6 1 0 0,-7-1-2 0,7 1-3 16,0 3-1-16,0-4-4 0,0 4-5 0,0 0-7 15,0 0-7-15,0 0-8 0,0 0-7 0,0 4-10 16,0-4-10-16,0 3-9 0,0-3-5 0,7 7-3 16,-7-3 2-16,6 7 5 0,-6 3 10 0,7 1 11 15,6 8 10-15,-7-1 2 0,1 7 1 0,0 0-8 16,-1 4-7-16,7 0-11 0,-6 4-13 0,-1 3-17 16,0-4-13-16,7 5-9 0,-6-4-5 0,0-1-1 15,-1-2 6-15,0-5-7 0,2 0-5 16,-2-7-3-16,0 0-7 0,-1-3-29 0,-5-2-46 15,8-5-50-15,-8-4-61 0,0-2-53 0,0-3-54 16,0-3-60-16,-8 0-44 0,3-9-22 0,-7-3-31 16,-2-3-37-16,-6-7-16 0,-5-3 14 0</inkml:trace>
  <inkml:trace contextRef="#ctx0" brushRef="#br0" timeOffset="66827.39">10824 10891 255 0,'0'-6'270'16,"0"-2"-62"-16,0 0-50 0,7 1-38 0,-1-1-23 15,7-3-16-15,7 1-9 0,-1 2 0 16,7-3-5-16,1 0-4 0,4 1-9 0,9-2-10 0,6 1-8 15,-7 5-7-15,13-6-6 0,-8 4-6 0,10 5-3 16,-2-1-6-16,-8 4-4 0,10 0-11 0,-9 0-12 16,7 4-14-16,-6 4-18 0,-7-1-20 0,6 4-23 15,-5 3-24-15,-7 1-23 0,-7 7-18 0,0-1-29 16,-7 2-59-16,-5 6-59 0</inkml:trace>
  <inkml:trace contextRef="#ctx0" brushRef="#br0" timeOffset="67062.98">11274 11335 296 0,'-26'0'234'0,"6"3"-28"0,6-3-20 16,3-3-24-16,-3 3-14 0,1 0-9 0,6-5-14 16,1 5-16-16,6-3-15 0,0 3-15 0,0-4-13 15,13-4-13-15,-6 6-11 0,4-6-8 0,9 1-5 16,1-1-3-16,-2 4-3 0,7-3-5 15,7 0-5-15,-2 3-4 0,3-3-2 0,6 0-3 0,-8 3-6 16,7-3-17-16,6 3-25 0,-11 1-34 16,4-2-38-16,-5 5-39 0,6 0-42 0,-13 5-61 15,6-2-97-15,-5 1-66 0,-7 0-11 0</inkml:trace>
  <inkml:trace contextRef="#ctx0" brushRef="#br0" timeOffset="67241.11">12115 11405 192 0,'0'0'456'0,"-8"2"-89"0,2-2-67 15,0 4-97-15,-8-4-68 0,14 0-45 0,-6 0-33 16,6 0-28-16,0 0-27 0,6-4-35 0,8-3-46 16,12 0-47-16,0-4-46 0,7 0-63 0,-1-3-89 15,7-1-66-15,-6-4-26 0</inkml:trace>
  <inkml:trace contextRef="#ctx0" brushRef="#br0" timeOffset="67460.89">12921 11081 51 0,'0'0'433'0,"0"-7"-73"0,0 4-84 16,8-1-75-16,-1 1-65 0,5-5-39 0,8-4-20 15,7 3-12-15,5-3-4 0,7 1-5 16,6 0-2-16,1-4-9 0,7 4-9 0,5-4-10 16,0 5-10-16,1-5-10 0,-1 4-16 0,1 1-24 15,0 2-31-15,-7-4-30 0,7 5-31 0,-14 5-30 16,7-3-30-16,-13 5-30 0,-6 0-44 0,-1 5-54 16,-12-3-39-16</inkml:trace>
  <inkml:trace contextRef="#ctx0" brushRef="#br0" timeOffset="67677.6">13567 10997 340 0,'-39'0'343'0,"7"0"-50"15,6 4-22-15,-7-4-34 0,1 4-15 0,5-4 1 16,8 3 0-16,-7 1-3 0,5 3-13 16,10-3-17-16,-3 8-22 0,8 1-25 0,0 3-30 15,6 5-33-15,0 9-28 0,6-1-19 0,5 7-13 16,4 1-7-16,4 3-6 0,-5 4-3 0,5-3-25 15,0 3-34-15,-5-4-44 0,5 1-48 0,-7-1-49 16,2-4-52-16,0 1-48 0,-8 0-43 0,-6-8-34 16,0 1-49-16,-6-1-38 0,-14-8-9 0</inkml:trace>
  <inkml:trace contextRef="#ctx0" brushRef="#br0" timeOffset="67877.37">12772 11650 273 0,'-6'-4'305'16,"0"-3"-71"-16,6 3-45 0,0-1-51 0,6 3-31 16,0-2-16-16,14 1-10 0,-2-5-2 0,9 4 2 15,13-4 0-15,4 5-5 0,10-3-8 0,-2-2-13 16,7 0-11-16,6 1-11 0,0 3-10 0,0-3-21 16,6 0-26-16,0-1-36 0,-5 1-37 0,-2 3-34 15,2-2-35-15,-7 1-37 0,-6 2-61 0,-2 3-77 16,-5 0-43-16</inkml:trace>
  <inkml:trace contextRef="#ctx0" brushRef="#br0" timeOffset="68024.39">14252 11529 436 0,'12'0'512'0,"-12"0"-88"0,8 0-37 0,-2 0-59 16,-6 0-44-16,0 0-34 0,0 0-32 15,0 0-25-15,0 0-24 0,0 0-27 0,0 3-37 16,0-3-64-16,0 4-80 0,6-4-90 0,-6 4-94 15,0-1-96-15,-6 5-127 0,6-4-116 0,-14 3-65 16,-5 3-8-16</inkml:trace>
  <inkml:trace contextRef="#ctx0" brushRef="#br0" timeOffset="69509.28">11495 12258 21 0,'-19'0'60'16,"6"0"0"-16,-7-4 4 0,1 4 7 0,-1 0 0 16,7-4-1-16,0 4 2 0,-6 0 1 0,4 0 4 15,4-3 6-15,3 3 6 0,-4 0 5 0,6-4 4 16,-7 4 4-16,6-4 3 0,0 4 4 0,1 0 1 15,6 0-2-15,0 0-6 0,-6 0-5 0,6 0-6 16,-8 0-10-16,8 4-8 0,0 0-10 0,0 3-7 16,8 8-4-16,-2-1-6 0,0 8-4 15,1 4-7-15,6-1-8 0,-6 9-3 0,5-2-5 16,2 1-3-16,5 1-5 0,-6 2-4 0,0-2-4 16,7-2-1-16,-8-2 1 0,2-1-20 0,-1 0-24 15,0-8-37-15,0 5-39 0,-7-6-41 0,1-3-40 16,-7-2-38-16,0-1-41 0,-7-2-63 0,-7-5-50 15,2 0-19-15</inkml:trace>
  <inkml:trace contextRef="#ctx0" brushRef="#br0" timeOffset="70005.73">10968 12379 124 0,'5'-23'209'0,"9"2"-55"0,-1-2-37 0,14 2-31 16,-9-1-15-16,15 0-7 0,-1 3-1 0,2 1 2 15,5-1 4-15,6 5-2 0,1-1-4 0,-1 4-10 16,8 3-6-16,-7 2-6 0,-1-2-5 0,1 8-3 16,-1 4-1-16,-14 0 1 0,3 2-2 0,-2 6-1 15,-5 3 0-15,-1 4-2 0,-14 2-2 0,-4 2-1 16,-2 2-3-16,-6 0-3 0,-6 4-2 0,-2 5 0 16,-4-5-2-16,-1 0 1 0,-7 0 3 0,0 1 2 15,8-1 2-15,-14-3 3 0,6-4 4 0,1 0 1 16,-1-4 1-16,0-2-2 0,7-3-5 15,1-1-4-15,-2-1-4 0,8-1-5 0,0-6-4 16,-1 4-2-16,7-5-2 0,0 1-2 0,0-1-1 16,13-3-1-16,-7 4-1 0,8-4 0 0,5 0 0 15,1-4-1-15,0 4-1 0,5 0 2 0,7-3-1 16,-6-1-1-16,7 1 1 0,-1 3-1 0,2 0-1 16,-1 0 1-16,-8 3-1 0,8 4 1 0,0 4-1 15,-8 0 2-15,1 3 0 0,0 1 1 0,-12 4 3 16,5-1 6-16,-13 5 14 0,1-6 17 0,-7 2 25 15,0 0 23-15,-7-2 24 0,-6 2 26 0,-7-1 28 16,-5-3 27-16,-1-1 12 0,-6 1 1 0,-8-4-13 16,1 1-15-16,-6-2-19 0,-1-3-23 15,-7-3-32-15,8 0-28 0,-7-4-29 0,0-4-18 16,0 0-13-16,6-3-28 0,1-3-41 0,-1-2-53 16,7 1-52-16,0-8-57 0,7 6-48 0,12-7-49 15,0 3-49-15,14-6-23 0,6 5-7 0,0 0-17 16,6 0-38-16,7-1-20 0,0 4 7 0</inkml:trace>
  <inkml:trace contextRef="#ctx0" brushRef="#br0" timeOffset="70895.68">12929 12679 378 0,'-13'4'315'0,"0"-4"-52"0,-7 3-51 16,-6-3-48-16,-1 4-22 0,2-4-6 0,-8 0-2 15,-5 4-2-15,4-4-2 0,2 3-8 0,0-3-11 16,-1 3-8-16,7-3-9 0,-6 0-12 0,6 0-8 16,-1 5-10-16,1-5-11 0,-1 0-10 0,9 0-9 15,-2 4-7-15,0-4-8 0,1 3-6 0,5-3-4 16,8 3-4-16,-7-3-4 0,7 4-1 15,-1 0-1-15,7-1 0 0,0 1-1 0,0 0 2 0,7 3-3 16,-1-2 0-16,1-3 0 0,-1 5 0 16,14 1 1-16,-7 0 1 0,1-1 0 0,-2-1-3 15,8 2 0-15,-7 0-1 0,-1-4-1 0,1 3-2 16,0-3-5-16,7-1-6 0,-7-3-5 0,-6 3-3 16,6-3 1-16,-7 0-3 0,8 0 2 0,-2-3-1 15,-5 3 3-15,6-7 5 0,-6 3 5 0,5-3 4 16,-5-1 3-16,0-2 1 0,5-1 0 0,-12-1 3 15,8 1 1-15,-2 4 2 0,0-4 0 0,-6 0-2 16,7 4 1-16,-1 0 1 0,1-1 1 16,-7 1-2-16,6 3 0 0,-6 1 1 0,7-1 0 15,-7 0-1-15,0 4-1 0,5 0 1 0,-5 0-2 16,7 0 2-16,1 4 1 0,4 0-4 0,2-1 3 16,-1 5 1-16,-1-2-1 0,2 3 2 0,5-3 0 15,1 5 0-15,-1 1 1 0,0-2 1 0,1 1 0 16,0 1 0-16,-1-5 0 0,1 4-2 15,0 0 1-15,-8-4-1 0,8 1-1 0,-7-2-4 16,1 3-2-16,-2-6-1 0,1-3-3 0,0 3-2 16,-6-3-5-16,4 0 1 0,-2-3-1 0,-3 0 0 15,-6-6 1-15,5-1-1 0,2-1 0 0,-7 0 0 16,0-3 2-16,0-2 0 0,0 3 0 0,0-3 1 16,0 5 2-16,0 1 3 0,0-2 1 0,0 5 1 15,0 3 0-15,0-3-1 0,0 3 1 0,0 4-2 16,8-4 1-16,-8 4 1 0,6-3 1 0,0 6 0 15,1-3 2-15,6 4 2 0,-6-4 0 16,5 4 2-16,2 0 0 0,-3-1-1 0,9 5 1 16,0-2-2-16,0 3 0 0,0-3 2 0,-7 5 0 15,7-3-1-15,-8 4 0 0,2-6 2 0,-3 1 0 16,-3-3 0-16,-2 4 2 0,1-1-1 0,0-1 1 16,-1-1-1-16,-6-2 2 0,6 1-1 0,-6-4 0 15,0 4 3-15,0-4 2 0,0 0 2 0,0 0 3 16,0 0 0-16,-6-4 0 0,0-3 1 0,6 0-3 15,-14 0-1-15,8-1-2 0,-2-4-3 0,3 5 0 16,-1 0-1-16,-3 0 2 0,9-1-1 0,-5 5 3 16,5-1 0-16,0 0 0 0,0 1 1 0,0 3-4 15,5 0 3-15,-5 0 2 0,15 3 1 0,4 5-1 16,-5-1 2-16,12 1-3 0,0 0 0 16,-1 1 3-16,9 7-4 0,-2-5-10 0,1-4-18 15,-1 4-29-15,7-4-34 0,-7 1-36 0,1-2-38 16,0-1-38-16,-1-1-31 0,-6-1-23 0,7-3-20 15,-13 0-24-15,-8 0-29 0,2-3-12 0</inkml:trace>
  <inkml:trace contextRef="#ctx0" brushRef="#br0" timeOffset="71077.78">13685 12554 48 0,'-13'-18'182'0,"-1"7"-13"0,2 0 2 15,5 1 13-15,1 2-13 0,-1 4-6 0,0-3-7 16,7 3-8-16,0 4-11 0,0 4-10 15,7 3-8-15,6 5-10 0,0 2-13 0,1 4-14 16,5 8-11-16,0-4-10 0,1 3-10 0,6 5-9 16,0-5-20-16,0-3-34 0,0 1-41 0,0-2-45 15,1-3-49-15,5 5-52 0,-6-10-53 0,-1 7-96 16,2-6-80-16,-7-2-37 0</inkml:trace>
  <inkml:trace contextRef="#ctx0" brushRef="#br0" timeOffset="71414.03">14323 12375 257 0,'-19'0'233'0,"-7"4"-43"0,6 0-31 0,-6-2-37 16,7 6-17-16,-1 0-7 0,0 3-4 0,8-4-3 15,-8 4-7-15,7 3-12 0,-1-3-13 0,2 4-6 16,5 4-9-16,1-4-5 0,-1 2-6 0,0 2-2 15,1-5-2-15,6 5 0 0,-6-1 5 0,6 0 3 16,0-2 2-16,-8-2 5 0,8-3 5 0,0 3 5 16,0-7 5-16,8 1 2 0,-8-1-3 0,6 1 2 15,0-2 0-15,1-1 3 0,0 2-2 16,6-4-1-16,-1 1-1 0,2 0 4 0,-1-1 2 16,7 1-3-16,-1 0-8 0,0 0-7 0,8-4-8 15,-1 0-5-15,0 0-8 0,6 0-10 0,1 0-7 16,6-4-5-16,1 4-1 0,-2-4-1 0,1-3 0 15,7 3-22-15,-7-3-43 0,0 4-62 0,0-6-78 16,-14 6-81-16,2 0-142 0,-7-1-99 0,-14 0-56 16,-6 4-7-16</inkml:trace>
  <inkml:trace contextRef="#ctx0" brushRef="#br0" timeOffset="95629.8">13046 13268 9 0,'-13'0'190'0,"0"4"-35"15,0-4-15-15,7 4-6 0,-8 0-23 0,8-1-18 16,-7-3-15-16,6 4-15 0,-6 0-11 0,13 0-9 16,-7-4-9-16,7 2-8 0,-5-2-5 0,5 5-5 15,0-5-5-15,0 0-1 0,5 3-2 16,-5-3-1-16,7 0 2 0,-7 4 0 0,7-4 3 15,-7 3 0-15,6-3-1 0,1 4 0 0,0-4-3 16,-1 0-1-16,-6 0-4 0,0 4-1 0,6-4-1 16,-6 0 0-16,0 0 0 0,0 0 0 0,0 0 1 15,0 0 4-15,0 0 3 0,0 0 3 0,0 0 5 16,0 0 6-16,0 0 5 0,0 0 8 0,0 0 7 16,0 0 5-16,0 0 6 0,0 0 1 15,-6 4-2-15,6-4-3 0,-6 0-4 0,-1 4-5 16,0-1-5-16,1 0-2 0,-1-3-8 0,-5 5-5 15,-3-1-2-15,10-1-2 0,-1 1-2 0,-1-1-4 16,-6 1-4-16,13-1-4 0,-7 1-2 0,7 0-1 16,-6 0 0-16,6-1-1 0,0-3-2 0,0 4 2 15,0-1 0-15,6-3-1 0,1 5-4 0,-1-5-6 16,1 2-4-16,6-2-5 0,0 4-5 0,-1-4-6 16,2 0-6-16,-1 0-3 0,6 0-1 0,-5 0 3 15,-2 0 3-15,2 0 3 0,-1 0 5 0,-2 0 7 16,-2 0 6-16,-3 0 4 0,-1 0 4 0,2 0 5 15,-7 0 1-15,0 4 3 0,0-4 3 16,0 4 1-16,0-1 2 0,0 1 0 0,-7 4 4 16,2-6 2-16,-1 6 3 0,-3-4 3 0,9 3 2 15,-5-3-1-15,-1 3-1 0,-1-3 1 0,1-1-2 16,-1 1-3-16,7-1-2 0,-7 1-6 0,7 1 0 16,-6-2-3-16,6 0 0 0,0 1-2 0,0 0-2 15,6-4-2-15,-6 4 0 0,7-2-3 0,0 3-3 16,-1-5-5-16,7 4-6 0,-8-4-7 0,10 0-5 15,-3 0-4-15,2 0-4 0,-1 0-2 0,7 0 0 16,-8-4 1-16,2 4 4 0,-3 0 8 16,-3 0 5-16,4-5 3 0,-4 5 5 0,-2 0 5 15,0 0 2-15,2 0 6 0,-8 0 1 0,6 5 1 16,-6-5-1-16,0 4 2 0,-6-1 3 0,6 4 2 16,-8-3 5-16,2 0 0 0,6 0 1 0,-6 3 3 15,-2-3 2-15,-4 2 2 0,4 2 1 0,3-4-3 16,-1 3-3-16,-8 1 1 0,14-5-2 0,-6 4 0 15,0-3-2-15,6-1-4 0,-7 1-3 0,7-4-2 16,0 0-2-16,7 4 0 0,-7-4-1 16,6 0-1-16,0 0 0 0,0 0-1 0,8-4-1 15,-9 4 1-15,10 0 0 0,-2 0-1 0,-7 0-1 16,8 0-1-16,-2-4-2 0,1 4 0 0,0 0-6 16,0 0-4-16,1 0-7 0,-2 0-10 0,-7 0-13 15,10 0-18-15,-2 0-21 0,-7 0-29 0,1 4-37 16,-7 0-75-16,0 0-85 0,-7-1-45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3-02-26T16:43:20.8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20701 4410 53 0,'0'0'157'0,"0"0"-10"16,-5 0-1-16,5 0-9 0,-7 0-16 0,7 0-16 16,-6 0-12-16,0 0-8 0,-1 0-2 0,0 0-4 15,-5 0 3-15,5 0 3 0,-6 0 5 0,6 4 8 16,-7-4 14-16,2 0 7 0,5 0 8 0,-6 3 8 15,7-3 5-15,0 4 4 0,-7-4 3 0,6 0-1 16,1 0-14-16,-1 0-10 0,1 4-10 0,-1-4-15 16,7 0-15-16,0 0-18 0,-7 0-18 0,7 0-15 15,0 0-11-15,7 0-7 0,-7 4-7 16,7-4-4-16,-1 0-6 0,7 0 2 0,-6 3 2 16,12-3-1-16,-5 0 0 0,5 0 0 0,0 4 1 15,8-4 2-15,-8 0 3 0,7 0-3 0,-1 4-1 16,2-4 0-16,6 0-1 0,-7 3 1 0,6-3-1 15,-5 3-2-15,5-3 1 0,-6 0-6 16,7 5-21-16,-7-2-32 0,0-3-38 0,7 0-43 16,-8 0-53-16,0 4-60 0,-4-4-67 0,-8 0-97 15,0 0-80-15,-13-4-41 0,0 1 2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27094"/>
            <a:ext cx="7772400" cy="1470025"/>
          </a:xfrm>
        </p:spPr>
        <p:txBody>
          <a:bodyPr anchor="b" anchorCtr="0"/>
          <a:lstStyle>
            <a:lvl1pPr>
              <a:defRPr sz="5400">
                <a:gradFill>
                  <a:gsLst>
                    <a:gs pos="0">
                      <a:schemeClr val="tx2"/>
                    </a:gs>
                    <a:gs pos="100000">
                      <a:schemeClr val="tx2">
                        <a:lumMod val="75000"/>
                      </a:schemeClr>
                    </a:gs>
                  </a:gsLst>
                  <a:lin ang="5400000" scaled="0"/>
                </a:gradFill>
                <a:effectLst>
                  <a:outerShdw blurRad="50800" dist="25400" dir="5400000" algn="t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1" y="3810000"/>
            <a:ext cx="7770812" cy="1752600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600">
                <a:gradFill>
                  <a:gsLst>
                    <a:gs pos="0">
                      <a:schemeClr val="tx2"/>
                    </a:gs>
                    <a:gs pos="100000">
                      <a:schemeClr val="tx2">
                        <a:lumMod val="75000"/>
                      </a:schemeClr>
                    </a:gs>
                  </a:gsLst>
                  <a:lin ang="5400000" scaled="0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3/7/2023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CoverGly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025" y="3048000"/>
            <a:ext cx="1123950" cy="771525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3/7/2023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49040" y="1658992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26440"/>
            <a:ext cx="7770813" cy="1472184"/>
          </a:xfrm>
        </p:spPr>
        <p:txBody>
          <a:bodyPr anchor="b" anchorCtr="0"/>
          <a:lstStyle>
            <a:lvl1pPr algn="ctr">
              <a:defRPr sz="5400" b="0" i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3813048"/>
            <a:ext cx="7770813" cy="1755648"/>
          </a:xfrm>
        </p:spPr>
        <p:txBody>
          <a:bodyPr anchor="t" anchorCtr="0">
            <a:normAutofit/>
          </a:bodyPr>
          <a:lstStyle>
            <a:lvl1pPr marL="0" indent="0" algn="ctr">
              <a:spcBef>
                <a:spcPts val="30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3/7/2023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Glyph-Section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3174066"/>
            <a:ext cx="1066800" cy="5905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209801"/>
            <a:ext cx="3657600" cy="36576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461963">
              <a:defRPr sz="1800"/>
            </a:lvl6pPr>
            <a:lvl7pPr marL="2290763" indent="-461963">
              <a:defRPr sz="1800"/>
            </a:lvl7pPr>
            <a:lvl8pPr marL="2290763" indent="-461963">
              <a:defRPr sz="1800"/>
            </a:lvl8pPr>
            <a:lvl9pPr marL="2290763" indent="-461963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2209801"/>
            <a:ext cx="3657600" cy="36576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461963">
              <a:defRPr sz="1800"/>
            </a:lvl6pPr>
            <a:lvl7pPr marL="2290763" indent="-461963">
              <a:defRPr sz="1800"/>
            </a:lvl7pPr>
            <a:lvl8pPr marL="2290763" indent="-461963">
              <a:defRPr sz="1800"/>
            </a:lvl8pPr>
            <a:lvl9pPr marL="2290763" indent="-461963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3/7/2023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49040" y="1658992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27238"/>
            <a:ext cx="3657600" cy="639762"/>
          </a:xfrm>
        </p:spPr>
        <p:txBody>
          <a:bodyPr anchor="ctr" anchorCtr="0"/>
          <a:lstStyle>
            <a:lvl1pPr marL="0" indent="0" algn="ctr">
              <a:spcBef>
                <a:spcPts val="300"/>
              </a:spcBef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819400"/>
            <a:ext cx="3657600" cy="3048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461963">
              <a:defRPr sz="1600"/>
            </a:lvl6pPr>
            <a:lvl7pPr marL="2290763" indent="-461963">
              <a:defRPr sz="1600"/>
            </a:lvl7pPr>
            <a:lvl8pPr marL="2290763" indent="-461963">
              <a:defRPr sz="1600"/>
            </a:lvl8pPr>
            <a:lvl9pPr marL="2290763" indent="-461963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2027238"/>
            <a:ext cx="3657600" cy="639762"/>
          </a:xfrm>
        </p:spPr>
        <p:txBody>
          <a:bodyPr anchor="ctr" anchorCtr="0"/>
          <a:lstStyle>
            <a:lvl1pPr marL="0" indent="0" algn="ctr">
              <a:spcBef>
                <a:spcPts val="300"/>
              </a:spcBef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600" y="2819400"/>
            <a:ext cx="3657600" cy="3048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461963">
              <a:defRPr sz="1600"/>
            </a:lvl6pPr>
            <a:lvl7pPr marL="2290763" indent="-461963">
              <a:defRPr sz="1600"/>
            </a:lvl7pPr>
            <a:lvl8pPr marL="2290763" indent="-461963">
              <a:defRPr sz="1600"/>
            </a:lvl8pPr>
            <a:lvl9pPr marL="2290763" indent="-461963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3/7/2023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49040" y="1658992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3/7/2023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49040" y="1658992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3/7/2023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906" y="914400"/>
            <a:ext cx="3657600" cy="1162050"/>
          </a:xfrm>
        </p:spPr>
        <p:txBody>
          <a:bodyPr anchor="b"/>
          <a:lstStyle>
            <a:lvl1pPr algn="ctr">
              <a:defRPr sz="38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6118" y="457199"/>
            <a:ext cx="3657600" cy="541020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 marL="2290763" indent="-461963">
              <a:tabLst/>
              <a:defRPr sz="2000"/>
            </a:lvl6pPr>
            <a:lvl7pPr marL="2290763" indent="-461963">
              <a:tabLst/>
              <a:defRPr sz="2000"/>
            </a:lvl7pPr>
            <a:lvl8pPr marL="2290763" indent="-461963">
              <a:tabLst/>
              <a:defRPr sz="2000"/>
            </a:lvl8pPr>
            <a:lvl9pPr marL="2290763" indent="-461963">
              <a:tabLst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8906" y="2590799"/>
            <a:ext cx="3657600" cy="2895601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3/7/2023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64746" y="2286000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013" y="914400"/>
            <a:ext cx="3657600" cy="1161288"/>
          </a:xfrm>
          <a:effectLst/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800" b="0" kern="1200">
                <a:solidFill>
                  <a:schemeClr val="tx2"/>
                </a:solidFill>
                <a:effectLst>
                  <a:outerShdw blurRad="38100" dist="12700" algn="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58906" y="457200"/>
            <a:ext cx="3657600" cy="5413248"/>
          </a:xfrm>
          <a:ln w="101600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99013" y="2587752"/>
            <a:ext cx="3657600" cy="2898648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Bef>
                <a:spcPts val="600"/>
              </a:spcBef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lnSpc>
                <a:spcPct val="110000"/>
              </a:lnSpc>
              <a:spcBef>
                <a:spcPts val="2000"/>
              </a:spcBef>
              <a:buClr>
                <a:schemeClr val="accent3"/>
              </a:buClr>
              <a:buFont typeface="Wingdings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3/7/2023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04853" y="2286000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738282"/>
            <a:ext cx="7770813" cy="1048870"/>
          </a:xfrm>
          <a:effectLst/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800" b="0" kern="1200">
                <a:solidFill>
                  <a:schemeClr val="tx2"/>
                </a:solidFill>
                <a:effectLst>
                  <a:outerShdw blurRad="38100" dist="12700" algn="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0" y="457200"/>
            <a:ext cx="4572000" cy="3173506"/>
          </a:xfrm>
          <a:ln w="101600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181600"/>
            <a:ext cx="7770813" cy="68580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lnSpc>
                <a:spcPct val="110000"/>
              </a:lnSpc>
              <a:spcBef>
                <a:spcPts val="2000"/>
              </a:spcBef>
              <a:buClr>
                <a:schemeClr val="accent3"/>
              </a:buClr>
              <a:buFont typeface="Wingdings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3/7/2023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49040" y="4890247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2286000" indent="-457200">
              <a:defRPr/>
            </a:lvl6pPr>
            <a:lvl7pPr marL="2286000" indent="-457200">
              <a:defRPr/>
            </a:lvl7pPr>
            <a:lvl8pPr marL="2286000" indent="-457200">
              <a:defRPr/>
            </a:lvl8pPr>
            <a:lvl9pPr marL="2286000" indent="-457200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3/7/2023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49040" y="1658992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62800" y="537882"/>
            <a:ext cx="1524000" cy="53250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537882"/>
            <a:ext cx="5889812" cy="5325036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B690E-D504-EE46-BF09-1B8B105CE4C6}" type="datetimeFigureOut">
              <a:rPr lang="en-US" smtClean="0"/>
              <a:t>3/7/2023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2" descr="HR-Glyph-R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6052928" y="3115195"/>
            <a:ext cx="1645920" cy="17041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05300" y="6289115"/>
            <a:ext cx="533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6D9AA8-3163-9341-B184-8747F5D2BF21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67236"/>
            <a:ext cx="7770813" cy="1371600"/>
          </a:xfrm>
          <a:prstGeom prst="rect">
            <a:avLst/>
          </a:prstGeom>
          <a:effectLst/>
        </p:spPr>
        <p:txBody>
          <a:bodyPr vert="horz" lIns="91440" tIns="45720" rIns="91440" bIns="45720" rtlCol="0" anchor="ctr" anchorCtr="0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9800"/>
            <a:ext cx="7770813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0" y="6289115"/>
            <a:ext cx="23756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B690E-D504-EE46-BF09-1B8B105CE4C6}" type="datetimeFigureOut">
              <a:rPr lang="en-US" smtClean="0"/>
              <a:t>3/7/2023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9624" y="6289115"/>
            <a:ext cx="31555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5000" kern="1200">
          <a:solidFill>
            <a:schemeClr val="tx2"/>
          </a:solidFill>
          <a:effectLst>
            <a:outerShdw blurRad="38100" dist="12700" algn="l" rotWithShape="0">
              <a:prstClr val="black">
                <a:alpha val="40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spcBef>
          <a:spcPts val="2000"/>
        </a:spcBef>
        <a:buClr>
          <a:schemeClr val="accent3"/>
        </a:buClr>
        <a:buFont typeface="Wingdings" pitchFamily="2" charset="2"/>
        <a:buChar char="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accent3">
            <a:lumMod val="50000"/>
          </a:schemeClr>
        </a:buClr>
        <a:buFont typeface="Wingdings" pitchFamily="2" charset="2"/>
        <a:buChar char="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457200" algn="l" defTabSz="914400" rtl="0" eaLnBrk="1" latinLnBrk="0" hangingPunct="1">
        <a:spcBef>
          <a:spcPts val="600"/>
        </a:spcBef>
        <a:buClr>
          <a:schemeClr val="accent3"/>
        </a:buClr>
        <a:buFont typeface="Wingdings" pitchFamily="2" charset="2"/>
        <a:buChar char="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457200" algn="l" defTabSz="914400" rtl="0" eaLnBrk="1" latinLnBrk="0" hangingPunct="1">
        <a:spcBef>
          <a:spcPts val="600"/>
        </a:spcBef>
        <a:buClr>
          <a:schemeClr val="accent3">
            <a:lumMod val="50000"/>
          </a:schemeClr>
        </a:buClr>
        <a:buFont typeface="Wingdings" pitchFamily="2" charset="2"/>
        <a:buChar char="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457200" algn="l" defTabSz="914400" rtl="0" eaLnBrk="1" latinLnBrk="0" hangingPunct="1">
        <a:spcBef>
          <a:spcPts val="600"/>
        </a:spcBef>
        <a:buClr>
          <a:schemeClr val="accent3"/>
        </a:buClr>
        <a:buFont typeface="Wingdings" pitchFamily="2" charset="2"/>
        <a:buChar char="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461963" algn="l" defTabSz="914400" rtl="0" eaLnBrk="1" latinLnBrk="0" hangingPunct="1">
        <a:spcBef>
          <a:spcPct val="20000"/>
        </a:spcBef>
        <a:buClr>
          <a:schemeClr val="accent3">
            <a:lumMod val="50000"/>
          </a:schemeClr>
        </a:buClr>
        <a:buFont typeface="Wingdings" pitchFamily="2" charset="2"/>
        <a:buChar char="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205163" indent="-461963" algn="l" defTabSz="914400" rtl="0" eaLnBrk="1" latinLnBrk="0" hangingPunct="1">
        <a:spcBef>
          <a:spcPct val="20000"/>
        </a:spcBef>
        <a:buClr>
          <a:schemeClr val="accent3"/>
        </a:buClr>
        <a:buFont typeface="Wingdings" pitchFamily="2" charset="2"/>
        <a:buChar char="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657600" indent="-461963" algn="l" defTabSz="914400" rtl="0" eaLnBrk="1" latinLnBrk="0" hangingPunct="1">
        <a:spcBef>
          <a:spcPct val="20000"/>
        </a:spcBef>
        <a:buClr>
          <a:schemeClr val="accent3">
            <a:lumMod val="50000"/>
          </a:schemeClr>
        </a:buClr>
        <a:buFont typeface="Wingdings" pitchFamily="2" charset="2"/>
        <a:buChar char="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4119563" indent="-461963" algn="l" defTabSz="914400" rtl="0" eaLnBrk="1" latinLnBrk="0" hangingPunct="1">
        <a:spcBef>
          <a:spcPct val="20000"/>
        </a:spcBef>
        <a:buClr>
          <a:schemeClr val="accent3"/>
        </a:buClr>
        <a:buFont typeface="Wingdings" pitchFamily="2" charset="2"/>
        <a:buChar char="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0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customXml" Target="../ink/ink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Treasury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Interest Risk Management</a:t>
            </a:r>
          </a:p>
        </p:txBody>
      </p:sp>
    </p:spTree>
    <p:extLst>
      <p:ext uri="{BB962C8B-B14F-4D97-AF65-F5344CB8AC3E}">
        <p14:creationId xmlns:p14="http://schemas.microsoft.com/office/powerpoint/2010/main" val="837277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1656C-02A6-F020-F2D7-30AB560CB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99234-C638-5DF6-323E-B2FE423F3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Introduction to Interest Rate Risk</a:t>
            </a:r>
          </a:p>
          <a:p>
            <a:r>
              <a:rPr lang="en-GB" dirty="0"/>
              <a:t>Term Structure of Interest Rates </a:t>
            </a:r>
          </a:p>
          <a:p>
            <a:r>
              <a:rPr lang="en-GB" dirty="0"/>
              <a:t>Interest Rate Theories </a:t>
            </a:r>
          </a:p>
          <a:p>
            <a:r>
              <a:rPr lang="en-GB" dirty="0"/>
              <a:t>Interest Rate Swaps </a:t>
            </a:r>
          </a:p>
          <a:p>
            <a:r>
              <a:rPr lang="en-GB" dirty="0"/>
              <a:t>Forward Rate Agreements </a:t>
            </a:r>
          </a:p>
          <a:p>
            <a:r>
              <a:rPr lang="en-GB" dirty="0"/>
              <a:t>Interest Rate Futures </a:t>
            </a:r>
          </a:p>
          <a:p>
            <a:r>
              <a:rPr lang="en-GB" dirty="0"/>
              <a:t>Interest Rate Options </a:t>
            </a:r>
          </a:p>
        </p:txBody>
      </p:sp>
    </p:spTree>
    <p:extLst>
      <p:ext uri="{BB962C8B-B14F-4D97-AF65-F5344CB8AC3E}">
        <p14:creationId xmlns:p14="http://schemas.microsoft.com/office/powerpoint/2010/main" val="4069699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Interest rate risk is the potential variability in a firm</a:t>
            </a:r>
            <a:r>
              <a:rPr lang="en-US" dirty="0"/>
              <a:t>’s profits and market value due to changes in the level of market interest rates</a:t>
            </a:r>
          </a:p>
          <a:p>
            <a:r>
              <a:rPr lang="en-GB" dirty="0"/>
              <a:t>Interest rate risk arises because some of the firm’s assets and liabilities are sensitive to changes in market interest rates</a:t>
            </a:r>
          </a:p>
          <a:p>
            <a:r>
              <a:rPr lang="en-GB" dirty="0"/>
              <a:t>A firm may obtain a loan from a financial institution and charged a fixed rate or floating rate basis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D70DC78-6CC1-8654-3B68-0B62E2F95CDD}"/>
                  </a:ext>
                </a:extLst>
              </p14:cNvPr>
              <p14:cNvContentPartPr/>
              <p14:nvPr/>
            </p14:nvContentPartPr>
            <p14:xfrm>
              <a:off x="4377600" y="5769720"/>
              <a:ext cx="3436920" cy="674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D70DC78-6CC1-8654-3B68-0B62E2F95CD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68240" y="5760360"/>
                <a:ext cx="3455640" cy="69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5494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floating rate of interest is likely to bring interest rate risk as it is adjusted according to current market rates</a:t>
            </a:r>
          </a:p>
          <a:p>
            <a:r>
              <a:rPr lang="en-GB" dirty="0"/>
              <a:t>Firms are likely to reduce their exposure to risk by firstly identifying the different elements of risk (i.e. interest rate, foreign exchange, political risk </a:t>
            </a:r>
            <a:r>
              <a:rPr lang="en-GB" dirty="0" err="1"/>
              <a:t>etc</a:t>
            </a:r>
            <a:r>
              <a:rPr lang="en-GB" dirty="0"/>
              <a:t>)</a:t>
            </a:r>
          </a:p>
          <a:p>
            <a:r>
              <a:rPr lang="en-GB" dirty="0"/>
              <a:t>Secondly they have to quantify the risk (i.e. through portfolio theory and the capital asset pricing model)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044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Interest rate risk deals with the possibility of loss arising from a change in the level of interest rates</a:t>
            </a:r>
          </a:p>
          <a:p>
            <a:r>
              <a:rPr lang="en-GB" dirty="0"/>
              <a:t>One aspect of treasury function is management of debt in such a way as to reduce the company’s exposure to risk arising from interest rate movements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128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Term Structure of Interest Rates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term structure of interest rates is the spread of interest rates that are paid on the same type of assets with different terms of maturity</a:t>
            </a:r>
          </a:p>
          <a:p>
            <a:r>
              <a:rPr lang="en-GB" dirty="0"/>
              <a:t>One of the primary considerations in evaluating debt is the likely movement in interest rates</a:t>
            </a:r>
          </a:p>
          <a:p>
            <a:r>
              <a:rPr lang="en-GB" dirty="0"/>
              <a:t>This will affect the relative costs of long and short term debt, as well as decreasing the preference for fixed interest rates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22A6C17-A094-4B22-9D09-84AF61CE62A4}"/>
                  </a:ext>
                </a:extLst>
              </p14:cNvPr>
              <p14:cNvContentPartPr/>
              <p14:nvPr/>
            </p14:nvContentPartPr>
            <p14:xfrm>
              <a:off x="4249080" y="801360"/>
              <a:ext cx="2720520" cy="744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22A6C17-A094-4B22-9D09-84AF61CE62A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39720" y="792000"/>
                <a:ext cx="2739240" cy="76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2774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Term Structure of Interest Rates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practice, long term rates will normally be higher than short term rates, owing to the additional risk borne by the lender.</a:t>
            </a:r>
          </a:p>
          <a:p>
            <a:r>
              <a:rPr lang="en-GB" dirty="0"/>
              <a:t>The term structure of interest rates is often plotted on a yield curve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458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Yield Curves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65027"/>
            <a:ext cx="8267131" cy="4940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9F06B97-AFD5-4865-961C-6D268BC8D5D9}"/>
                  </a:ext>
                </a:extLst>
              </p14:cNvPr>
              <p14:cNvContentPartPr/>
              <p14:nvPr/>
            </p14:nvContentPartPr>
            <p14:xfrm>
              <a:off x="6284520" y="2101680"/>
              <a:ext cx="6840" cy="40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9F06B97-AFD5-4865-961C-6D268BC8D5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75160" y="2092320"/>
                <a:ext cx="25560" cy="5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37255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Yield Curves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normal yield curve slopes upwards as borrowers who wish to borrow for long periods of time pay a higher rate of interest than short term borrowers</a:t>
            </a:r>
          </a:p>
          <a:p>
            <a:r>
              <a:rPr lang="en-GB" dirty="0"/>
              <a:t>The characteristic upward curve is attributable to liquidity preference and to risk</a:t>
            </a:r>
          </a:p>
          <a:p>
            <a:r>
              <a:rPr lang="en-GB" dirty="0"/>
              <a:t>The overall risks associated with lending increase over time, because other risks increase 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B7A271E-BB49-05EB-D30A-FA1FE95D1E7E}"/>
                  </a:ext>
                </a:extLst>
              </p14:cNvPr>
              <p14:cNvContentPartPr/>
              <p14:nvPr/>
            </p14:nvContentPartPr>
            <p14:xfrm>
              <a:off x="361800" y="696240"/>
              <a:ext cx="5104800" cy="3925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B7A271E-BB49-05EB-D30A-FA1FE95D1E7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2440" y="686880"/>
                <a:ext cx="5123520" cy="394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0714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Yield Curves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These risks are: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Default- either of interest or principal, which will generally increase with the length of the loan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Real capital loss- due to inflation, which increases with the length of the loan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Capital loss on marketable securities- which, if they have to be sold prior to maturity, increases with length of the loan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449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Yield Curves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iv. Changes in the lender’s circumstances- which, making a particular loan within a portfolio inappropriate to new circumstances will increase with the length of the loan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205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Yield Curves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Yield curves can be quite volatile over time</a:t>
            </a:r>
          </a:p>
          <a:p>
            <a:r>
              <a:rPr lang="en-GB" dirty="0"/>
              <a:t>Positively sloped yield curves may become inverted yield curves, and yield curves can shift both upwards and downwards</a:t>
            </a:r>
          </a:p>
          <a:p>
            <a:r>
              <a:rPr lang="en-GB" dirty="0"/>
              <a:t>If interest rates are expected to fall, long term interest rates will be depressed relative to short term rates.</a:t>
            </a:r>
          </a:p>
          <a:p>
            <a:r>
              <a:rPr lang="en-GB" dirty="0"/>
              <a:t>Lenders will prefer to make longer term loans now at the higher rate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FFC6177-1526-EADC-6AEC-E3CEAA0D6928}"/>
                  </a:ext>
                </a:extLst>
              </p14:cNvPr>
              <p14:cNvContentPartPr/>
              <p14:nvPr/>
            </p14:nvContentPartPr>
            <p14:xfrm>
              <a:off x="9905853" y="1557151"/>
              <a:ext cx="50760" cy="46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FFC6177-1526-EADC-6AEC-E3CEAA0D692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896853" y="1548151"/>
                <a:ext cx="6840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F03DA0C-627A-D6CA-5FEB-0697CE74343A}"/>
                  </a:ext>
                </a:extLst>
              </p14:cNvPr>
              <p14:cNvContentPartPr/>
              <p14:nvPr/>
            </p14:nvContentPartPr>
            <p14:xfrm>
              <a:off x="246600" y="264960"/>
              <a:ext cx="8506080" cy="1949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F03DA0C-627A-D6CA-5FEB-0697CE74343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7240" y="255600"/>
                <a:ext cx="8524800" cy="196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4497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Yield Curves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On the other hand, borrowers wish to borrow short term in order to be able to rollover their loans </a:t>
            </a:r>
          </a:p>
          <a:p>
            <a:r>
              <a:rPr lang="en-GB" dirty="0"/>
              <a:t>When a rise in interest rates is generally expected, the impact will be for long term rates to be increased relative to short-term rates</a:t>
            </a:r>
          </a:p>
          <a:p>
            <a:r>
              <a:rPr lang="en-GB" dirty="0"/>
              <a:t>Borrowers here seek to borrow long term in order to lock in at the current low rates, will seek to avoid borrowing short term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841C74C-5A85-488D-9F41-7E1932961F98}"/>
                  </a:ext>
                </a:extLst>
              </p14:cNvPr>
              <p14:cNvContentPartPr/>
              <p14:nvPr/>
            </p14:nvContentPartPr>
            <p14:xfrm>
              <a:off x="303840" y="617940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841C74C-5A85-488D-9F41-7E1932961F9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480" y="617004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3744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Yield Curves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Lenders on the other hand will be unwilling to lend long term</a:t>
            </a:r>
          </a:p>
          <a:p>
            <a:r>
              <a:rPr lang="en-GB" dirty="0"/>
              <a:t>Yield curves are influenced by interest rate changes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287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C370C-79DB-4F2D-A7A5-305E1B0E3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Interest Rate Theories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123AA-AFEF-45F7-AF1D-B997D12E0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Expectations theory</a:t>
            </a:r>
          </a:p>
          <a:p>
            <a:r>
              <a:rPr lang="en-GB" dirty="0"/>
              <a:t>Liquidity preference theory</a:t>
            </a:r>
          </a:p>
          <a:p>
            <a:r>
              <a:rPr lang="en-GB" dirty="0"/>
              <a:t>Preferred habitat theory </a:t>
            </a:r>
          </a:p>
          <a:p>
            <a:r>
              <a:rPr lang="en-GB" dirty="0"/>
              <a:t>Market Segmentation theory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13896C88-D369-5D29-4FA3-013A37E3D69D}"/>
                  </a:ext>
                </a:extLst>
              </p14:cNvPr>
              <p14:cNvContentPartPr/>
              <p14:nvPr/>
            </p14:nvContentPartPr>
            <p14:xfrm>
              <a:off x="7981293" y="4226551"/>
              <a:ext cx="23760" cy="468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13896C88-D369-5D29-4FA3-013A37E3D6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72653" y="4217911"/>
                <a:ext cx="41400" cy="2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6525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Interest Rate Risk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traditional ways of managing interest rate risk has been fixed-rate borrowing in the form of loans</a:t>
            </a:r>
          </a:p>
          <a:p>
            <a:r>
              <a:rPr lang="en-GB" dirty="0"/>
              <a:t>However it is not always possible to obtain fixed rate loan or for the amounts required</a:t>
            </a:r>
          </a:p>
          <a:p>
            <a:r>
              <a:rPr lang="en-GB" dirty="0"/>
              <a:t>A number of financial instruments exist which allow the treasurer to hedge interest rate risk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933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Interest Rate Swaps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 interest rate swap is an agreement involving two parties to exchange periodic interest rate payments </a:t>
            </a:r>
          </a:p>
          <a:p>
            <a:r>
              <a:rPr lang="en-GB" dirty="0"/>
              <a:t>The value of the interest rate payments to be exchanged is based upon a specified amount of principal i.e. </a:t>
            </a:r>
            <a:r>
              <a:rPr lang="en-GB" b="1" dirty="0">
                <a:solidFill>
                  <a:srgbClr val="FF0000"/>
                </a:solidFill>
              </a:rPr>
              <a:t>notional principal amount</a:t>
            </a:r>
          </a:p>
          <a:p>
            <a:r>
              <a:rPr lang="en-GB" dirty="0"/>
              <a:t>One party agrees to pay the other party a fixed interest rate payment at specified dates,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0548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8733B-55F5-4301-A221-6570D7A03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Interest Rate Swaps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52ACC-E352-421C-BDB1-1B74C8824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While the other party agrees to pay a floating rate of interest based upon a reference rate of interest e.g. LIBOR, TB rates or CD rates </a:t>
            </a:r>
          </a:p>
          <a:p>
            <a:r>
              <a:rPr lang="en-GB" dirty="0"/>
              <a:t>The party paying the fixed rate of interest is known as the</a:t>
            </a:r>
            <a:r>
              <a:rPr lang="en-GB" b="1" dirty="0"/>
              <a:t> fixed rate payer</a:t>
            </a:r>
          </a:p>
          <a:p>
            <a:r>
              <a:rPr lang="en-GB" dirty="0"/>
              <a:t>The party making the floating payments is referred to as the </a:t>
            </a:r>
            <a:r>
              <a:rPr lang="en-GB" b="1" dirty="0"/>
              <a:t>floating rate payer.</a:t>
            </a:r>
          </a:p>
        </p:txBody>
      </p:sp>
    </p:spTree>
    <p:extLst>
      <p:ext uri="{BB962C8B-B14F-4D97-AF65-F5344CB8AC3E}">
        <p14:creationId xmlns:p14="http://schemas.microsoft.com/office/powerpoint/2010/main" val="626601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Swap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Zambia Sugar has a high credit rating</a:t>
            </a:r>
          </a:p>
          <a:p>
            <a:r>
              <a:rPr lang="en-GB" dirty="0"/>
              <a:t>It can borrow at a fixed rate of 10% or at a variable interest rate of LIBOR+0.3%</a:t>
            </a:r>
          </a:p>
          <a:p>
            <a:r>
              <a:rPr lang="en-GB" b="1" dirty="0">
                <a:solidFill>
                  <a:srgbClr val="FF0000"/>
                </a:solidFill>
              </a:rPr>
              <a:t>It would like to borrow at a variable rate</a:t>
            </a:r>
          </a:p>
          <a:p>
            <a:r>
              <a:rPr lang="en-GB" dirty="0"/>
              <a:t>Lafarge Cement Plc. has a lower credit rating</a:t>
            </a:r>
          </a:p>
          <a:p>
            <a:r>
              <a:rPr lang="en-GB" dirty="0"/>
              <a:t>It can borrow at a fixed rate of 11% or at a variable rate of LIBOR +0.5%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3EDED21-93AE-638C-77CB-ED64590D336D}"/>
                  </a:ext>
                </a:extLst>
              </p14:cNvPr>
              <p14:cNvContentPartPr/>
              <p14:nvPr/>
            </p14:nvContentPartPr>
            <p14:xfrm>
              <a:off x="6389733" y="1866391"/>
              <a:ext cx="313920" cy="111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3EDED21-93AE-638C-77CB-ED64590D336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80733" y="1857751"/>
                <a:ext cx="331560" cy="2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1252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Swap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FF0000"/>
                </a:solidFill>
              </a:rPr>
              <a:t>It would like to borrow at a fixed rate</a:t>
            </a:r>
          </a:p>
          <a:p>
            <a:r>
              <a:rPr lang="en-GB" dirty="0"/>
              <a:t>Using the principle of comparative advantage, both parties could benefit from a swap arrangement, whereby:</a:t>
            </a:r>
          </a:p>
          <a:p>
            <a:pPr>
              <a:buFont typeface="Wingdings" pitchFamily="2" charset="2"/>
              <a:buChar char="§"/>
            </a:pPr>
            <a:r>
              <a:rPr lang="en-GB" dirty="0"/>
              <a:t>Zambia Sugar PLC borrows at a fixed rate of 10%</a:t>
            </a:r>
          </a:p>
          <a:p>
            <a:pPr>
              <a:buFont typeface="Wingdings" pitchFamily="2" charset="2"/>
              <a:buChar char="§"/>
            </a:pPr>
            <a:r>
              <a:rPr lang="en-GB" dirty="0" err="1"/>
              <a:t>Larfarge</a:t>
            </a:r>
            <a:r>
              <a:rPr lang="en-GB" dirty="0"/>
              <a:t> Cement </a:t>
            </a:r>
            <a:r>
              <a:rPr lang="en-GB" dirty="0" err="1"/>
              <a:t>PLc</a:t>
            </a:r>
            <a:r>
              <a:rPr lang="en-GB" dirty="0"/>
              <a:t> borrows at a variable rate of LIBOR+0.5%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962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Swap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parties agree a rate for swapping their interest commitments with perhaps; </a:t>
            </a:r>
          </a:p>
          <a:p>
            <a:r>
              <a:rPr lang="en-GB" dirty="0"/>
              <a:t>Lafarge Cement Plc paying a fixed rate of 10.1% to Zambia Sugar </a:t>
            </a:r>
            <a:r>
              <a:rPr lang="en-GB" dirty="0" err="1"/>
              <a:t>PLc</a:t>
            </a:r>
            <a:r>
              <a:rPr lang="en-GB" dirty="0"/>
              <a:t> and Zambia Sugar Plc paying a variable rate of LIBOR to Lafarge Cement Plc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414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23875-C4EC-40C1-94D9-DD814BF3C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Swap Example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F01A3DB-AD8C-41A4-94A2-C5D324D0E3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1249816"/>
              </p:ext>
            </p:extLst>
          </p:nvPr>
        </p:nvGraphicFramePr>
        <p:xfrm>
          <a:off x="685800" y="2086091"/>
          <a:ext cx="7770816" cy="29496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42704">
                  <a:extLst>
                    <a:ext uri="{9D8B030D-6E8A-4147-A177-3AD203B41FA5}">
                      <a16:colId xmlns:a16="http://schemas.microsoft.com/office/drawing/2014/main" val="1840956226"/>
                    </a:ext>
                  </a:extLst>
                </a:gridCol>
                <a:gridCol w="1942704">
                  <a:extLst>
                    <a:ext uri="{9D8B030D-6E8A-4147-A177-3AD203B41FA5}">
                      <a16:colId xmlns:a16="http://schemas.microsoft.com/office/drawing/2014/main" val="2458179124"/>
                    </a:ext>
                  </a:extLst>
                </a:gridCol>
                <a:gridCol w="1942704">
                  <a:extLst>
                    <a:ext uri="{9D8B030D-6E8A-4147-A177-3AD203B41FA5}">
                      <a16:colId xmlns:a16="http://schemas.microsoft.com/office/drawing/2014/main" val="3267312751"/>
                    </a:ext>
                  </a:extLst>
                </a:gridCol>
                <a:gridCol w="1942704">
                  <a:extLst>
                    <a:ext uri="{9D8B030D-6E8A-4147-A177-3AD203B41FA5}">
                      <a16:colId xmlns:a16="http://schemas.microsoft.com/office/drawing/2014/main" val="110375085"/>
                    </a:ext>
                  </a:extLst>
                </a:gridCol>
              </a:tblGrid>
              <a:tr h="5188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 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Fixed Rate 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Floating Rate </a:t>
                      </a:r>
                      <a:endParaRPr lang="en-GB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Advantage</a:t>
                      </a:r>
                      <a:endParaRPr lang="en-GB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18790056"/>
                  </a:ext>
                </a:extLst>
              </a:tr>
              <a:tr h="9160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Zambia Sugar Plc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10%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Libor+0.3%</a:t>
                      </a:r>
                      <a:endParaRPr lang="en-GB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Absolute</a:t>
                      </a:r>
                      <a:endParaRPr lang="en-GB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002707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Lafarge Cement Plc 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11%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Libor + 0.5%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Comparative </a:t>
                      </a:r>
                      <a:endParaRPr lang="en-GB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05066978"/>
                  </a:ext>
                </a:extLst>
              </a:tr>
              <a:tr h="5193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Difference</a:t>
                      </a:r>
                      <a:endParaRPr lang="en-GB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1%</a:t>
                      </a:r>
                      <a:endParaRPr lang="en-GB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0.2%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 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0880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90956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Swap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The outcome would be:</a:t>
            </a:r>
          </a:p>
          <a:p>
            <a:pPr marL="0" indent="0">
              <a:buNone/>
            </a:pPr>
            <a:r>
              <a:rPr lang="en-GB" dirty="0"/>
              <a:t>Zambia Sugar </a:t>
            </a:r>
            <a:r>
              <a:rPr lang="en-GB" dirty="0" err="1"/>
              <a:t>Plc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Borrows at fixed			10%</a:t>
            </a:r>
          </a:p>
          <a:p>
            <a:pPr marL="0" indent="0">
              <a:buNone/>
            </a:pPr>
            <a:r>
              <a:rPr lang="en-GB" dirty="0"/>
              <a:t>Receives from Lafarge </a:t>
            </a:r>
            <a:r>
              <a:rPr lang="en-GB" dirty="0" err="1"/>
              <a:t>Plc</a:t>
            </a:r>
            <a:r>
              <a:rPr lang="en-GB" dirty="0"/>
              <a:t>		(10.1%)</a:t>
            </a:r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</a:rPr>
              <a:t>Pays Lafarge PLC         		</a:t>
            </a:r>
            <a:r>
              <a:rPr lang="en-GB" u="sng" dirty="0">
                <a:solidFill>
                  <a:srgbClr val="FF0000"/>
                </a:solidFill>
              </a:rPr>
              <a:t>LIBOR </a:t>
            </a:r>
          </a:p>
          <a:p>
            <a:pPr marL="0" indent="0">
              <a:buNone/>
            </a:pPr>
            <a:r>
              <a:rPr lang="en-GB" dirty="0"/>
              <a:t>					LIBOR -0.1%</a:t>
            </a:r>
          </a:p>
          <a:p>
            <a:pPr marL="3657600" lvl="8" indent="0">
              <a:buNone/>
            </a:pPr>
            <a:r>
              <a:rPr lang="en-GB" dirty="0"/>
              <a:t>	A saving of 0.4%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A8353BD-1BCF-B93D-8243-A8B8E553AEB6}"/>
                  </a:ext>
                </a:extLst>
              </p14:cNvPr>
              <p14:cNvContentPartPr/>
              <p14:nvPr/>
            </p14:nvContentPartPr>
            <p14:xfrm>
              <a:off x="-398787" y="4689511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A8353BD-1BCF-B93D-8243-A8B8E553AE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407787" y="468087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2CAFD1D-B415-CAF6-2170-53DA79C89D0A}"/>
                  </a:ext>
                </a:extLst>
              </p14:cNvPr>
              <p14:cNvContentPartPr/>
              <p14:nvPr/>
            </p14:nvContentPartPr>
            <p14:xfrm>
              <a:off x="11178813" y="3096511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2CAFD1D-B415-CAF6-2170-53DA79C89D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69813" y="3087871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1893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Swap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Lafarge </a:t>
            </a:r>
            <a:r>
              <a:rPr lang="en-GB" dirty="0" err="1"/>
              <a:t>PLc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Borrows at				LIBOR+0.5%</a:t>
            </a:r>
          </a:p>
          <a:p>
            <a:pPr marL="0" indent="0">
              <a:buNone/>
            </a:pPr>
            <a:r>
              <a:rPr lang="en-GB" dirty="0"/>
              <a:t>Receives from Zambia Sugar	(LIBOR)</a:t>
            </a:r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</a:rPr>
              <a:t>Pays to Zambia Sugar </a:t>
            </a:r>
            <a:r>
              <a:rPr lang="en-GB" dirty="0" err="1">
                <a:solidFill>
                  <a:srgbClr val="FF0000"/>
                </a:solidFill>
              </a:rPr>
              <a:t>Plc</a:t>
            </a:r>
            <a:r>
              <a:rPr lang="en-GB" dirty="0">
                <a:solidFill>
                  <a:srgbClr val="FF0000"/>
                </a:solidFill>
              </a:rPr>
              <a:t>		</a:t>
            </a:r>
            <a:r>
              <a:rPr lang="en-GB" u="sng" dirty="0">
                <a:solidFill>
                  <a:srgbClr val="FF0000"/>
                </a:solidFill>
              </a:rPr>
              <a:t>10.1%</a:t>
            </a:r>
          </a:p>
          <a:p>
            <a:pPr marL="0" indent="0">
              <a:buNone/>
            </a:pPr>
            <a:r>
              <a:rPr lang="en-GB" dirty="0"/>
              <a:t>Net interest cost			10.6%</a:t>
            </a:r>
          </a:p>
          <a:p>
            <a:pPr marL="0" indent="0">
              <a:buNone/>
            </a:pPr>
            <a:r>
              <a:rPr lang="en-GB" dirty="0"/>
              <a:t> 					(a saving of 0.4%)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013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9A7DF-476E-B63B-4FBD-719844F12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7236"/>
            <a:ext cx="7770813" cy="1371600"/>
          </a:xfrm>
        </p:spPr>
        <p:txBody>
          <a:bodyPr anchor="ctr">
            <a:normAutofit/>
          </a:bodyPr>
          <a:lstStyle/>
          <a:p>
            <a:r>
              <a:rPr lang="en-GB" dirty="0"/>
              <a:t>Swap Example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FDE2651-7618-C3A8-8CC5-638F2D980D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2956" y="1814052"/>
            <a:ext cx="8303342" cy="4218037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235E445-73D8-D8C8-C03E-B49230EFD826}"/>
                  </a:ext>
                </a:extLst>
              </p14:cNvPr>
              <p14:cNvContentPartPr/>
              <p14:nvPr/>
            </p14:nvContentPartPr>
            <p14:xfrm>
              <a:off x="4006800" y="2334240"/>
              <a:ext cx="3603600" cy="3156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235E445-73D8-D8C8-C03E-B49230EFD82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45320" y="1724760"/>
                <a:ext cx="6659640" cy="377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69478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6689C-2899-4C2B-98E9-D2B598B93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Swap Example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AD96F43-9E7F-467B-8A60-E73CB2D803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9994" y="1941341"/>
            <a:ext cx="7626619" cy="433284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BE8679E-5EE3-FBA7-3FC2-3CFC2D073DA6}"/>
                  </a:ext>
                </a:extLst>
              </p14:cNvPr>
              <p14:cNvContentPartPr/>
              <p14:nvPr/>
            </p14:nvContentPartPr>
            <p14:xfrm>
              <a:off x="729720" y="1895040"/>
              <a:ext cx="6819480" cy="3694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BE8679E-5EE3-FBA7-3FC2-3CFC2D073D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0360" y="1885680"/>
                <a:ext cx="6838200" cy="371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6918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Forward Rate Agreements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forward rate agreement (FRA) is an agreement whereby a firm can lock in an interest rate today for a period of time starting in the future</a:t>
            </a:r>
          </a:p>
          <a:p>
            <a:r>
              <a:rPr lang="en-GB" dirty="0"/>
              <a:t>On the future date, the two counterparties in the FRA settle up </a:t>
            </a:r>
          </a:p>
          <a:p>
            <a:r>
              <a:rPr lang="en-GB" dirty="0"/>
              <a:t>Depending on which way rates go, one will pay an amount of money to the other, representing the difference between the FRA rate and the actual rate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719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FRA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XYZ </a:t>
            </a:r>
            <a:r>
              <a:rPr lang="en-GB" dirty="0" err="1"/>
              <a:t>Plc</a:t>
            </a:r>
            <a:r>
              <a:rPr lang="en-GB" dirty="0"/>
              <a:t> has a ZMW1,000,000 loan outstanding on which the interest rate is reset every six months for the following six month period</a:t>
            </a:r>
          </a:p>
          <a:p>
            <a:r>
              <a:rPr lang="en-GB" dirty="0"/>
              <a:t>The treasurer of XYX </a:t>
            </a:r>
            <a:r>
              <a:rPr lang="en-GB" dirty="0" err="1"/>
              <a:t>Plc</a:t>
            </a:r>
            <a:r>
              <a:rPr lang="en-GB" dirty="0"/>
              <a:t> thinks that interest rates are likely to rise </a:t>
            </a:r>
          </a:p>
          <a:p>
            <a:r>
              <a:rPr lang="en-GB" dirty="0"/>
              <a:t>Current six-month rates are 8% and the treasurer can get a rate of 8.1% for a six month FRA starting in three months 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160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FRA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By transacting an FRA, the treasurer can lock in a rate today at 8.1% </a:t>
            </a:r>
          </a:p>
          <a:p>
            <a:r>
              <a:rPr lang="en-GB" dirty="0"/>
              <a:t>If interest rates as expected rise to say 9%, XYZ </a:t>
            </a:r>
            <a:r>
              <a:rPr lang="en-GB" dirty="0" err="1"/>
              <a:t>Plc</a:t>
            </a:r>
            <a:r>
              <a:rPr lang="en-GB" dirty="0"/>
              <a:t> has reduced its interest rate charge as it will pay the current 9% rate on its loan but will receive from the FRA counterparty the difference between 9% and 8.1%</a:t>
            </a:r>
          </a:p>
          <a:p>
            <a:r>
              <a:rPr lang="en-GB" dirty="0"/>
              <a:t>However, if rates drop to 7%, XYX </a:t>
            </a:r>
            <a:r>
              <a:rPr lang="en-GB" dirty="0" err="1"/>
              <a:t>Plc</a:t>
            </a:r>
            <a:r>
              <a:rPr lang="en-GB" dirty="0"/>
              <a:t> will still end up paying an effective rate of 8.1% as it will pay the FRA counterparty the difference between 7% and 8.1%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80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FRA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i="1" dirty="0"/>
              <a:t>If rates are 9% in three months time:</a:t>
            </a:r>
          </a:p>
          <a:p>
            <a:pPr marL="0" indent="0">
              <a:buNone/>
            </a:pPr>
            <a:r>
              <a:rPr lang="en-GB" dirty="0"/>
              <a:t>Interest payable on loan @9% x K1m x 6/12=   K45,000</a:t>
            </a:r>
          </a:p>
          <a:p>
            <a:pPr marL="0" indent="0">
              <a:buNone/>
            </a:pPr>
            <a:r>
              <a:rPr lang="en-GB" dirty="0"/>
              <a:t>Amount receivable from FRA (9%-8.1%)	    = (K4,500)</a:t>
            </a:r>
          </a:p>
          <a:p>
            <a:pPr marL="0" indent="0">
              <a:buNone/>
            </a:pPr>
            <a:r>
              <a:rPr lang="en-GB" dirty="0"/>
              <a:t>Net amount   					    = K40,500</a:t>
            </a:r>
          </a:p>
          <a:p>
            <a:r>
              <a:rPr lang="en-GB" dirty="0"/>
              <a:t>The K40,500 is the net amount payable, giving an effective rate of 8.1%</a:t>
            </a:r>
          </a:p>
        </p:txBody>
      </p:sp>
    </p:spTree>
    <p:extLst>
      <p:ext uri="{BB962C8B-B14F-4D97-AF65-F5344CB8AC3E}">
        <p14:creationId xmlns:p14="http://schemas.microsoft.com/office/powerpoint/2010/main" val="294989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FRA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rates are 7% in three months time:</a:t>
            </a:r>
          </a:p>
          <a:p>
            <a:pPr marL="0" indent="0">
              <a:buNone/>
            </a:pPr>
            <a:r>
              <a:rPr lang="en-GB" dirty="0"/>
              <a:t>Interest payable on loan 7% x K1mx 6/12   = K35,000</a:t>
            </a:r>
          </a:p>
          <a:p>
            <a:pPr marL="0" indent="0">
              <a:buNone/>
            </a:pPr>
            <a:r>
              <a:rPr lang="en-GB" dirty="0"/>
              <a:t>Amount payable on FRA (8.1%-7%) 	 = K5,500</a:t>
            </a:r>
          </a:p>
          <a:p>
            <a:pPr marL="0" indent="0">
              <a:buNone/>
            </a:pPr>
            <a:r>
              <a:rPr lang="en-GB" dirty="0"/>
              <a:t>Net amount 					= K40,500</a:t>
            </a:r>
          </a:p>
          <a:p>
            <a:r>
              <a:rPr lang="en-GB" dirty="0"/>
              <a:t>The K40,500 is the net amount payable, again giving an effective rate of 8.1%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665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Interest Rate Futures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An Interest rate future is a commitment to borrow or lend a predetermined sum of money at a specified future date at a predetermined rate of interest  </a:t>
            </a:r>
          </a:p>
          <a:p>
            <a:r>
              <a:rPr lang="en-GB" dirty="0"/>
              <a:t>Futures are standardised traded forms of FRAs </a:t>
            </a:r>
          </a:p>
          <a:p>
            <a:r>
              <a:rPr lang="en-GB" dirty="0"/>
              <a:t>FRAs are normally transacted with banks and other financial institutions and are tailor made to suit the dates and amounts that each individual company requires</a:t>
            </a:r>
          </a:p>
          <a:p>
            <a:r>
              <a:rPr lang="en-GB" dirty="0"/>
              <a:t>Interest rate futures are exchange traded and each contract is for a pre-specified amount and date</a:t>
            </a:r>
          </a:p>
        </p:txBody>
      </p:sp>
    </p:spTree>
    <p:extLst>
      <p:ext uri="{BB962C8B-B14F-4D97-AF65-F5344CB8AC3E}">
        <p14:creationId xmlns:p14="http://schemas.microsoft.com/office/powerpoint/2010/main" val="239756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Interest Rate Futures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If a company does not need specific amount or set dates, then futures are useful</a:t>
            </a:r>
          </a:p>
          <a:p>
            <a:r>
              <a:rPr lang="en-GB" dirty="0"/>
              <a:t>However most companies would find the margin payments payable on futures contracts burdensome </a:t>
            </a:r>
          </a:p>
          <a:p>
            <a:r>
              <a:rPr lang="en-GB" dirty="0"/>
              <a:t>Futures contracts are very liquid and can be sold on the futures</a:t>
            </a:r>
          </a:p>
          <a:p>
            <a:r>
              <a:rPr lang="en-GB" dirty="0"/>
              <a:t>In the FRA example, the treasurer could not have sold on the reverse effect of the first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44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Interest Rate Futures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With a future, it is a very easy matter just to sell the future back.</a:t>
            </a:r>
          </a:p>
          <a:p>
            <a:r>
              <a:rPr lang="en-GB" dirty="0"/>
              <a:t>The pricing of interest futures is based on taking the interest rate away from 100</a:t>
            </a:r>
          </a:p>
          <a:p>
            <a:r>
              <a:rPr lang="en-GB" dirty="0"/>
              <a:t>If the interest rate was 7%, then the futures price would be 100-7 i.e. 93</a:t>
            </a:r>
          </a:p>
          <a:p>
            <a:r>
              <a:rPr lang="en-GB" dirty="0"/>
              <a:t>If the interest rate were 12%, the futures price would be 100-12 i.e. 88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006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Interest Rate Futures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borrower of funds who wishes to protect themselves against a </a:t>
            </a:r>
            <a:r>
              <a:rPr lang="en-US" b="1" dirty="0">
                <a:solidFill>
                  <a:srgbClr val="FF0000"/>
                </a:solidFill>
              </a:rPr>
              <a:t>rise</a:t>
            </a:r>
            <a:r>
              <a:rPr lang="en-US" dirty="0"/>
              <a:t> in interest rates should </a:t>
            </a:r>
            <a:r>
              <a:rPr lang="en-US" b="1" dirty="0">
                <a:solidFill>
                  <a:srgbClr val="FF0000"/>
                </a:solidFill>
              </a:rPr>
              <a:t>sell </a:t>
            </a:r>
            <a:r>
              <a:rPr lang="en-US" dirty="0"/>
              <a:t>the interest rate contract </a:t>
            </a:r>
          </a:p>
          <a:p>
            <a:r>
              <a:rPr lang="en-US" dirty="0"/>
              <a:t>If interest rates rise they will gain as the contract falls in price </a:t>
            </a:r>
          </a:p>
          <a:p>
            <a:r>
              <a:rPr lang="en-US" dirty="0"/>
              <a:t>A lender of funds who wishes to protect themselves against a </a:t>
            </a:r>
            <a:r>
              <a:rPr lang="en-US" b="1" dirty="0">
                <a:solidFill>
                  <a:srgbClr val="FF0000"/>
                </a:solidFill>
              </a:rPr>
              <a:t>fall</a:t>
            </a:r>
            <a:r>
              <a:rPr lang="en-US" dirty="0"/>
              <a:t> in interest rates should </a:t>
            </a:r>
            <a:r>
              <a:rPr lang="en-US" b="1" dirty="0">
                <a:solidFill>
                  <a:srgbClr val="FF0000"/>
                </a:solidFill>
              </a:rPr>
              <a:t>buy</a:t>
            </a:r>
            <a:r>
              <a:rPr lang="en-US" dirty="0"/>
              <a:t> the interest rate contract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0B2AF69-2430-623A-83D5-678324DD4632}"/>
                  </a:ext>
                </a:extLst>
              </p14:cNvPr>
              <p14:cNvContentPartPr/>
              <p14:nvPr/>
            </p14:nvContentPartPr>
            <p14:xfrm>
              <a:off x="7384680" y="1587600"/>
              <a:ext cx="225720" cy="17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0B2AF69-2430-623A-83D5-678324DD463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1720" y="343800"/>
                <a:ext cx="8545680" cy="219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5859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4594E-4068-4EA6-A2B6-2EE71CAF7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Interest Rate Futures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61806-6B66-46AE-9BC9-61ADC21C0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interest rates fall they will gain as the contract rises in price </a:t>
            </a:r>
          </a:p>
        </p:txBody>
      </p:sp>
    </p:spTree>
    <p:extLst>
      <p:ext uri="{BB962C8B-B14F-4D97-AF65-F5344CB8AC3E}">
        <p14:creationId xmlns:p14="http://schemas.microsoft.com/office/powerpoint/2010/main" val="1786676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34DFF-976C-4EA2-80DF-C38372CB3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Hedging Using Interest Rate  Futures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61791-AFB4-45F8-A8E0-4609C3777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Assume that it is June and a company currently has a loan of K1,000,000 at a variable interest rate</a:t>
            </a:r>
          </a:p>
          <a:p>
            <a:r>
              <a:rPr lang="en-GB" dirty="0"/>
              <a:t>Interest on the loan is currently 3 per cent subject to review in 3 months time in September</a:t>
            </a:r>
          </a:p>
          <a:p>
            <a:r>
              <a:rPr lang="en-GB" dirty="0"/>
              <a:t>The company wishes to protect itself against a rise in interest rates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897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9E673-2224-4E04-84DB-4CD61F8CA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Hedging Using Interest Rate  Futures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A4F99-3378-416F-B186-626E450C1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The firm can sell interest rate futures contract with a face value of K1,000,000</a:t>
            </a:r>
          </a:p>
          <a:p>
            <a:r>
              <a:rPr lang="en-GB" dirty="0"/>
              <a:t>Assume the price of the contract is currently 97 i.e. 3 per cent </a:t>
            </a:r>
          </a:p>
          <a:p>
            <a:r>
              <a:rPr lang="en-GB" dirty="0"/>
              <a:t>Each basis point i.e. 0.01 movement in the price of the contract is worth ¼ x 0.01 x K1,000,000 = K25</a:t>
            </a:r>
          </a:p>
          <a:p>
            <a:r>
              <a:rPr lang="en-GB" dirty="0"/>
              <a:t>What would happen if interest rate rose to 4% in September?</a:t>
            </a:r>
          </a:p>
        </p:txBody>
      </p:sp>
    </p:spTree>
    <p:extLst>
      <p:ext uri="{BB962C8B-B14F-4D97-AF65-F5344CB8AC3E}">
        <p14:creationId xmlns:p14="http://schemas.microsoft.com/office/powerpoint/2010/main" val="2399379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F545F-2332-4BD8-9056-9E0299798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Hedging Using Interest Rate  Futures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703B2-5783-4994-837A-1ABA50F7B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firm would pay an extra 1 percent on its borrowing costs i.e. 1 x ¼ x 1,000,000 = K2,500 per quarter </a:t>
            </a:r>
          </a:p>
          <a:p>
            <a:r>
              <a:rPr lang="en-GB" dirty="0"/>
              <a:t>However in September the firm will close its position by buying back the September futures contract for 96 </a:t>
            </a:r>
          </a:p>
          <a:p>
            <a:r>
              <a:rPr lang="en-GB" dirty="0"/>
              <a:t>This is the price of the futures contract as interest rates have risen to 4 per cent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3969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2E46-12FE-465A-847F-1DEE75B2C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Hedging Using Interest Rate  Futures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1C033-4E7E-44A4-8D5B-8EE47879B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leaves the company with a profit on its futures contract of 1.00 x ¼ x K1,000,000 = K2,500</a:t>
            </a:r>
          </a:p>
          <a:p>
            <a:r>
              <a:rPr lang="en-GB" dirty="0"/>
              <a:t>The company has been able to offset its higher borrowing costs with the gain from closing out its short position on the September futures contract  </a:t>
            </a:r>
          </a:p>
        </p:txBody>
      </p:sp>
    </p:spTree>
    <p:extLst>
      <p:ext uri="{BB962C8B-B14F-4D97-AF65-F5344CB8AC3E}">
        <p14:creationId xmlns:p14="http://schemas.microsoft.com/office/powerpoint/2010/main" val="3019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E037E-2FF3-4644-AAE6-34D67D401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Speculating Using an Interest Futures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0C6AD-9702-4C1D-B5BD-067414E13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It is September and a speculator observes that the December Interest rate futures contract is at 98 i.e. 2 per cent </a:t>
            </a:r>
          </a:p>
          <a:p>
            <a:r>
              <a:rPr lang="en-GB" dirty="0"/>
              <a:t>The speculator feels that by December the three month interest rates will be 3 per cent. </a:t>
            </a:r>
          </a:p>
          <a:p>
            <a:r>
              <a:rPr lang="en-GB" dirty="0"/>
              <a:t>the speculator can sell a December futures contract today at 98</a:t>
            </a:r>
          </a:p>
        </p:txBody>
      </p:sp>
    </p:spTree>
    <p:extLst>
      <p:ext uri="{BB962C8B-B14F-4D97-AF65-F5344CB8AC3E}">
        <p14:creationId xmlns:p14="http://schemas.microsoft.com/office/powerpoint/2010/main" val="2728037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70501-B82A-4EFB-B79D-60946431D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Speculating Using an Interest Futures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90D17-83DE-4135-A9EC-3E061F6BC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he correct, and in December the three month interest rate is 3 per cent, then the futures contract will be valued at 97</a:t>
            </a:r>
          </a:p>
          <a:p>
            <a:r>
              <a:rPr lang="en-GB" dirty="0"/>
              <a:t>Each basis point movement in the contract is worth:</a:t>
            </a:r>
          </a:p>
          <a:p>
            <a:pPr marL="0" indent="0">
              <a:buNone/>
            </a:pPr>
            <a:r>
              <a:rPr lang="en-GB" dirty="0"/>
              <a:t>      0.01 x 0.25 x K1,000,000 = K25</a:t>
            </a:r>
          </a:p>
          <a:p>
            <a:r>
              <a:rPr lang="en-GB" dirty="0"/>
              <a:t>The contract can be closed out at 97 i.e. a profit of 100 basis points or 100 x K25 =n K2,500 per contract sold</a:t>
            </a:r>
          </a:p>
        </p:txBody>
      </p:sp>
    </p:spTree>
    <p:extLst>
      <p:ext uri="{BB962C8B-B14F-4D97-AF65-F5344CB8AC3E}">
        <p14:creationId xmlns:p14="http://schemas.microsoft.com/office/powerpoint/2010/main" val="133549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Interest Rate Options</a:t>
            </a:r>
            <a:br>
              <a:rPr lang="en-GB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 option is a right but not the obligation, to carry out a transaction at a price set today, at some time in the future.</a:t>
            </a:r>
          </a:p>
          <a:p>
            <a:r>
              <a:rPr lang="en-GB" dirty="0"/>
              <a:t>Swaps, FRAs and futures are all contracts which two parties agree to transact and which must be carried out even if circumstances change</a:t>
            </a:r>
          </a:p>
          <a:p>
            <a:r>
              <a:rPr lang="en-GB" dirty="0"/>
              <a:t>An option, however, gives the buyer the choice of whether to transact or not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083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Interest Rate Options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company would generally buy an option from an option seller or option writer</a:t>
            </a:r>
          </a:p>
          <a:p>
            <a:r>
              <a:rPr lang="en-GB" dirty="0"/>
              <a:t>An option is a form of insurance, and such, a premium is paid at the time the option is taken out, for the period of the option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033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Interest Rate Option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In the FRA example, XYZ </a:t>
            </a:r>
            <a:r>
              <a:rPr lang="en-GB" dirty="0" err="1"/>
              <a:t>Plc</a:t>
            </a:r>
            <a:r>
              <a:rPr lang="en-GB" dirty="0"/>
              <a:t> paid a net amount of K40,500 no matter what happened to interest rates</a:t>
            </a:r>
          </a:p>
          <a:p>
            <a:r>
              <a:rPr lang="en-GB" dirty="0"/>
              <a:t>Suppose XYZ had purchased an option, entitling the buyer of the option to pay the same interest rate of 8.1%</a:t>
            </a:r>
          </a:p>
          <a:p>
            <a:r>
              <a:rPr lang="en-GB" dirty="0"/>
              <a:t>This is known as the strike price</a:t>
            </a:r>
          </a:p>
          <a:p>
            <a:r>
              <a:rPr lang="en-GB" dirty="0"/>
              <a:t>The period of the option is for three months, which is when the renewal period for the loan starts</a:t>
            </a:r>
          </a:p>
          <a:p>
            <a:r>
              <a:rPr lang="en-GB" dirty="0"/>
              <a:t>Suppose that the option premium paid is K1,000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931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Interest Rate Option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i="1" dirty="0"/>
              <a:t>If rates are 9% in three months time:</a:t>
            </a:r>
          </a:p>
          <a:p>
            <a:pPr marL="0" indent="0">
              <a:buNone/>
            </a:pPr>
            <a:r>
              <a:rPr lang="en-GB" dirty="0"/>
              <a:t>Interest payable @9% x K1m x 6/12		K45,000</a:t>
            </a:r>
          </a:p>
          <a:p>
            <a:pPr marL="0" indent="0">
              <a:buNone/>
            </a:pPr>
            <a:r>
              <a:rPr lang="en-GB" dirty="0"/>
              <a:t>Exercise the option at a strike price of 8.1%          (K4,500)</a:t>
            </a:r>
          </a:p>
          <a:p>
            <a:pPr marL="0" indent="0">
              <a:buNone/>
            </a:pPr>
            <a:r>
              <a:rPr lang="en-GB" dirty="0"/>
              <a:t>Plus premium paid					    </a:t>
            </a:r>
            <a:r>
              <a:rPr lang="en-GB" u="sng" dirty="0"/>
              <a:t>1,000</a:t>
            </a:r>
          </a:p>
          <a:p>
            <a:pPr marL="0" indent="0">
              <a:buNone/>
            </a:pPr>
            <a:r>
              <a:rPr lang="en-GB" dirty="0"/>
              <a:t>Net Amount						K41,500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975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Interest Rate Option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i="1" dirty="0"/>
              <a:t>If rates are 7% in three months time:</a:t>
            </a:r>
          </a:p>
          <a:p>
            <a:pPr marL="0" indent="0">
              <a:buNone/>
            </a:pPr>
            <a:r>
              <a:rPr lang="en-GB" dirty="0"/>
              <a:t>Interest payable on the loan 7% x K1m x 6/12	K35,000</a:t>
            </a:r>
          </a:p>
          <a:p>
            <a:pPr marL="0" indent="0">
              <a:buNone/>
            </a:pPr>
            <a:r>
              <a:rPr lang="en-GB" dirty="0"/>
              <a:t>Plus premium paid					</a:t>
            </a:r>
            <a:r>
              <a:rPr lang="en-GB" u="sng" dirty="0"/>
              <a:t>    1,000</a:t>
            </a:r>
          </a:p>
          <a:p>
            <a:pPr marL="0" indent="0">
              <a:buNone/>
            </a:pPr>
            <a:r>
              <a:rPr lang="en-GB" dirty="0"/>
              <a:t>Net amount						K36,000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077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Interest Rate Options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If interest rates are 9% in three months time, XYZ </a:t>
            </a:r>
            <a:r>
              <a:rPr lang="en-GB" dirty="0" err="1"/>
              <a:t>Plc</a:t>
            </a:r>
            <a:r>
              <a:rPr lang="en-GB" dirty="0"/>
              <a:t> will pay a net amount of K41,500 in interest over the six month period, which is more than the FRA because of the option premium</a:t>
            </a:r>
          </a:p>
          <a:p>
            <a:r>
              <a:rPr lang="en-GB" dirty="0"/>
              <a:t>However, if the rates fall to 7% it will only pay K36,000, as the company does not need to exercise the option</a:t>
            </a:r>
          </a:p>
        </p:txBody>
      </p:sp>
    </p:spTree>
    <p:extLst>
      <p:ext uri="{BB962C8B-B14F-4D97-AF65-F5344CB8AC3E}">
        <p14:creationId xmlns:p14="http://schemas.microsoft.com/office/powerpoint/2010/main" val="542538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Interest Rate Option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 option is therefore not quite so favourable when rates go as expected, but much better when rates move in the opposite direction</a:t>
            </a:r>
            <a:endParaRPr lang="en-US" dirty="0"/>
          </a:p>
          <a:p>
            <a:r>
              <a:rPr lang="en-GB" dirty="0"/>
              <a:t>With an option, a company can take advantage of favourable interest rate movements</a:t>
            </a:r>
          </a:p>
          <a:p>
            <a:r>
              <a:rPr lang="en-GB" dirty="0"/>
              <a:t>Interest rate options can be purchased from banks, while standardised interest rate options are traded on LIFFE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719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Caps, floors and Collars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An interest rate cap is an option which sets a maximum interest rate on future borrowings for an agreed length of time</a:t>
            </a:r>
          </a:p>
          <a:p>
            <a:r>
              <a:rPr lang="en-GB" dirty="0"/>
              <a:t>A floor is an option that sets a minimum interest rate</a:t>
            </a:r>
          </a:p>
          <a:p>
            <a:r>
              <a:rPr lang="en-GB" dirty="0"/>
              <a:t>A collar arises when a borrower buys an interest rate cap and at the same time sells an interest rate floor</a:t>
            </a:r>
          </a:p>
          <a:p>
            <a:r>
              <a:rPr lang="en-GB" dirty="0"/>
              <a:t>The premium received from selling the floor will reduce the cost of the premium paid for the cap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14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Cap, Floor, Collar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Zambian Breweries </a:t>
            </a:r>
            <a:r>
              <a:rPr lang="en-GB" dirty="0" err="1"/>
              <a:t>Plc</a:t>
            </a:r>
            <a:r>
              <a:rPr lang="en-GB" dirty="0"/>
              <a:t> can currently borrow at 11%, but is concerned that interest rates may rise in the near future to 14% or more.</a:t>
            </a:r>
          </a:p>
          <a:p>
            <a:r>
              <a:rPr lang="en-GB" dirty="0"/>
              <a:t>In this situation, the company could buy an interest rate cap from a bank which will fix the maximum rate for borrowing</a:t>
            </a:r>
          </a:p>
          <a:p>
            <a:r>
              <a:rPr lang="en-GB" dirty="0"/>
              <a:t>The bank will reimburse the company if market interest rates rise above the cap rate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89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Cap, Floor, Collar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As part of the arrangement, the company may also agree that it will pay a floor rate of say, 10% </a:t>
            </a:r>
          </a:p>
          <a:p>
            <a:r>
              <a:rPr lang="en-GB" dirty="0"/>
              <a:t>The bank will pay a premium to the company for agreeing to this floor rate.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014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FD127-81AD-4EE2-2161-5785C2194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2050" name="Picture 2" descr="How to Ask Polite Questions in English">
            <a:extLst>
              <a:ext uri="{FF2B5EF4-FFF2-40B4-BE49-F238E27FC236}">
                <a16:creationId xmlns:a16="http://schemas.microsoft.com/office/drawing/2014/main" id="{05046F66-49CE-7A31-838A-59CC123E7F2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658" y="1814053"/>
            <a:ext cx="7418439" cy="4822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76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Folio">
  <a:themeElements>
    <a:clrScheme name="Folio">
      <a:dk1>
        <a:sysClr val="windowText" lastClr="000000"/>
      </a:dk1>
      <a:lt1>
        <a:sysClr val="window" lastClr="FFFFFF"/>
      </a:lt1>
      <a:dk2>
        <a:srgbClr val="2D2F2B"/>
      </a:dk2>
      <a:lt2>
        <a:srgbClr val="DEDED7"/>
      </a:lt2>
      <a:accent1>
        <a:srgbClr val="294171"/>
      </a:accent1>
      <a:accent2>
        <a:srgbClr val="748CBC"/>
      </a:accent2>
      <a:accent3>
        <a:srgbClr val="8E887C"/>
      </a:accent3>
      <a:accent4>
        <a:srgbClr val="834736"/>
      </a:accent4>
      <a:accent5>
        <a:srgbClr val="5A1705"/>
      </a:accent5>
      <a:accent6>
        <a:srgbClr val="A0A16A"/>
      </a:accent6>
      <a:hlink>
        <a:srgbClr val="74B6BC"/>
      </a:hlink>
      <a:folHlink>
        <a:srgbClr val="7F95A4"/>
      </a:folHlink>
    </a:clrScheme>
    <a:fontScheme name="Folio">
      <a:majorFont>
        <a:latin typeface="Calisto MT"/>
        <a:ea typeface=""/>
        <a:cs typeface=""/>
        <a:font script="Jpan" typeface="ＭＳ 明朝"/>
        <a:font script="Hans" typeface="宋体"/>
        <a:font script="Hant" typeface="新細明體"/>
      </a:majorFont>
      <a:minorFont>
        <a:latin typeface="Calisto MT"/>
        <a:ea typeface=""/>
        <a:cs typeface=""/>
        <a:font script="Jpan" typeface="ＭＳ 明朝"/>
        <a:font script="Hans" typeface="宋体"/>
        <a:font script="Hant" typeface="新細明體"/>
      </a:minorFont>
    </a:fontScheme>
    <a:fmtScheme name="Folio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350000"/>
                <a:lumMod val="11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shade val="40000"/>
                <a:satMod val="120000"/>
              </a:schemeClr>
              <a:schemeClr val="phClr">
                <a:tint val="70000"/>
                <a:satMod val="300000"/>
                <a:lumMod val="110000"/>
              </a:schemeClr>
            </a:duotone>
          </a:blip>
          <a:tile tx="0" ty="0" sx="50000" sy="50000" flip="none" algn="tl"/>
        </a:blip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8100" dist="25400" dir="5400000" algn="br" rotWithShape="0">
              <a:srgbClr val="000000">
                <a:alpha val="50000"/>
              </a:srgbClr>
            </a:outerShdw>
          </a:effectLst>
        </a:effectStyle>
        <a:effectStyle>
          <a:effectLst>
            <a:innerShdw blurRad="190500" dist="25400">
              <a:srgbClr val="000000">
                <a:alpha val="50000"/>
              </a:srgbClr>
            </a:innerShdw>
          </a:effectLst>
        </a:effectStyle>
      </a:effectStyleLst>
      <a:bgFillStyleLst>
        <a:blipFill rotWithShape="1">
          <a:blip xmlns:r="http://schemas.openxmlformats.org/officeDocument/2006/relationships" r:embed="rId3">
            <a:duotone>
              <a:schemeClr val="phClr">
                <a:shade val="10000"/>
                <a:satMod val="125000"/>
              </a:schemeClr>
              <a:schemeClr val="phClr">
                <a:tint val="70000"/>
                <a:satMod val="350000"/>
                <a:lumMod val="110000"/>
              </a:schemeClr>
            </a:duotone>
          </a:blip>
          <a:stretch/>
        </a:blipFill>
        <a:blipFill rotWithShape="1">
          <a:blip xmlns:r="http://schemas.openxmlformats.org/officeDocument/2006/relationships" r:embed="rId4">
            <a:duotone>
              <a:schemeClr val="phClr">
                <a:shade val="10000"/>
                <a:satMod val="125000"/>
              </a:schemeClr>
              <a:schemeClr val="phClr">
                <a:tint val="70000"/>
                <a:satMod val="350000"/>
                <a:lumMod val="110000"/>
              </a:schemeClr>
            </a:duotone>
          </a:blip>
          <a:stretch/>
        </a:blipFill>
        <a:blipFill rotWithShape="1">
          <a:blip xmlns:r="http://schemas.openxmlformats.org/officeDocument/2006/relationships" r:embed="rId5">
            <a:duotone>
              <a:schemeClr val="phClr">
                <a:shade val="3000"/>
                <a:lumMod val="10000"/>
              </a:schemeClr>
              <a:schemeClr val="phClr">
                <a:tint val="91000"/>
                <a:satMod val="500000"/>
                <a:lumMod val="125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Folio.thmx</Template>
  <TotalTime>4795</TotalTime>
  <Words>2773</Words>
  <Application>Microsoft Office PowerPoint</Application>
  <PresentationFormat>On-screen Show (4:3)</PresentationFormat>
  <Paragraphs>230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7" baseType="lpstr">
      <vt:lpstr>Calisto MT</vt:lpstr>
      <vt:lpstr>Times New Roman</vt:lpstr>
      <vt:lpstr>Wingdings</vt:lpstr>
      <vt:lpstr>Folio</vt:lpstr>
      <vt:lpstr>Treasury Management</vt:lpstr>
      <vt:lpstr>Outline </vt:lpstr>
      <vt:lpstr>Introduction</vt:lpstr>
      <vt:lpstr>Introduction</vt:lpstr>
      <vt:lpstr>Introduction</vt:lpstr>
      <vt:lpstr>Term Structure of Interest Rates </vt:lpstr>
      <vt:lpstr>Term Structure of Interest Rates </vt:lpstr>
      <vt:lpstr>Yield Curves</vt:lpstr>
      <vt:lpstr>Yield Curves</vt:lpstr>
      <vt:lpstr>Yield Curves</vt:lpstr>
      <vt:lpstr>Yield Curves</vt:lpstr>
      <vt:lpstr>Yield Curves</vt:lpstr>
      <vt:lpstr>Yield Curves</vt:lpstr>
      <vt:lpstr>Yield Curves</vt:lpstr>
      <vt:lpstr>Interest Rate Theories </vt:lpstr>
      <vt:lpstr>Interest Rate Risk Management</vt:lpstr>
      <vt:lpstr>Interest Rate Swaps</vt:lpstr>
      <vt:lpstr>Interest Rate Swaps</vt:lpstr>
      <vt:lpstr>Swap Example</vt:lpstr>
      <vt:lpstr>Swap Example</vt:lpstr>
      <vt:lpstr>Swap Example</vt:lpstr>
      <vt:lpstr>Swap Example</vt:lpstr>
      <vt:lpstr>Swap Example</vt:lpstr>
      <vt:lpstr>Swap Example</vt:lpstr>
      <vt:lpstr>Swap Example</vt:lpstr>
      <vt:lpstr>Swap Example</vt:lpstr>
      <vt:lpstr>Forward Rate Agreements</vt:lpstr>
      <vt:lpstr>FRA Example</vt:lpstr>
      <vt:lpstr>FRA Example</vt:lpstr>
      <vt:lpstr>FRA Example</vt:lpstr>
      <vt:lpstr>FRA Example</vt:lpstr>
      <vt:lpstr>Interest Rate Futures</vt:lpstr>
      <vt:lpstr>Interest Rate Futures</vt:lpstr>
      <vt:lpstr>Interest Rate Futures</vt:lpstr>
      <vt:lpstr>Interest Rate Futures</vt:lpstr>
      <vt:lpstr>Interest Rate Futures</vt:lpstr>
      <vt:lpstr>Hedging Using Interest Rate  Futures </vt:lpstr>
      <vt:lpstr>Hedging Using Interest Rate  Futures </vt:lpstr>
      <vt:lpstr>Hedging Using Interest Rate  Futures </vt:lpstr>
      <vt:lpstr>Hedging Using Interest Rate  Futures </vt:lpstr>
      <vt:lpstr>Speculating Using an Interest Futures</vt:lpstr>
      <vt:lpstr>Speculating Using an Interest Futures</vt:lpstr>
      <vt:lpstr>Interest Rate Options </vt:lpstr>
      <vt:lpstr>Interest Rate Options</vt:lpstr>
      <vt:lpstr>Interest Rate Option Example</vt:lpstr>
      <vt:lpstr>Interest Rate Option Example</vt:lpstr>
      <vt:lpstr>Interest Rate Option Example</vt:lpstr>
      <vt:lpstr>Interest Rate Options</vt:lpstr>
      <vt:lpstr>Interest Rate Option Example</vt:lpstr>
      <vt:lpstr>Caps, floors and Collars</vt:lpstr>
      <vt:lpstr>Cap, Floor, Collar Example</vt:lpstr>
      <vt:lpstr>Cap, Floor, Collar Example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BFS 322</dc:title>
  <dc:creator>Webster Sikazwe</dc:creator>
  <cp:lastModifiedBy>Webster Sikazwe</cp:lastModifiedBy>
  <cp:revision>278</cp:revision>
  <dcterms:created xsi:type="dcterms:W3CDTF">2018-08-06T09:52:02Z</dcterms:created>
  <dcterms:modified xsi:type="dcterms:W3CDTF">2023-03-07T09:54:02Z</dcterms:modified>
</cp:coreProperties>
</file>